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embeddedFontLst>
    <p:embeddedFont>
      <p:font typeface="Lexend Exa" panose="020B0604020202020204" charset="0"/>
      <p:regular r:id="rId26"/>
      <p:bold r:id="rId27"/>
    </p:embeddedFont>
    <p:embeddedFont>
      <p:font typeface="Red Hat Text" panose="020B0604020202020204" charset="0"/>
      <p:regular r:id="rId28"/>
      <p:bold r:id="rId29"/>
      <p:italic r:id="rId30"/>
      <p:boldItalic r:id="rId31"/>
    </p:embeddedFont>
    <p:embeddedFont>
      <p:font typeface="Roboto Condensed Light" panose="02000000000000000000" pitchFamily="2" charset="0"/>
      <p:regular r:id="rId32"/>
      <p: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C266645-2D6F-408E-9733-72ED2BAD94F0}">
  <a:tblStyle styleId="{EC266645-2D6F-408E-9733-72ED2BAD94F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96" autoAdjust="0"/>
  </p:normalViewPr>
  <p:slideViewPr>
    <p:cSldViewPr snapToGrid="0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ac7ecdd8c3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ac7ecdd8c3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a2ff256fbf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a2ff256fbf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4607922" y="159125"/>
            <a:ext cx="4368752" cy="4825250"/>
            <a:chOff x="164875" y="162825"/>
            <a:chExt cx="8832900" cy="4825250"/>
          </a:xfrm>
        </p:grpSpPr>
        <p:sp>
          <p:nvSpPr>
            <p:cNvPr id="10" name="Google Shape;10;p2"/>
            <p:cNvSpPr/>
            <p:nvPr/>
          </p:nvSpPr>
          <p:spPr>
            <a:xfrm>
              <a:off x="170225" y="162825"/>
              <a:ext cx="8807975" cy="513825"/>
            </a:xfrm>
            <a:custGeom>
              <a:avLst/>
              <a:gdLst/>
              <a:ahLst/>
              <a:cxnLst/>
              <a:rect l="l" t="t" r="r" b="b"/>
              <a:pathLst>
                <a:path w="352319" h="20553" extrusionOk="0">
                  <a:moveTo>
                    <a:pt x="0" y="20426"/>
                  </a:moveTo>
                  <a:lnTo>
                    <a:pt x="0" y="0"/>
                  </a:lnTo>
                  <a:lnTo>
                    <a:pt x="352274" y="0"/>
                  </a:lnTo>
                  <a:lnTo>
                    <a:pt x="352319" y="20553"/>
                  </a:lnTo>
                </a:path>
              </a:pathLst>
            </a:custGeom>
            <a:noFill/>
            <a:ln w="19050" cap="flat" cmpd="sng">
              <a:solidFill>
                <a:srgbClr val="823E4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11" name="Google Shape;11;p2"/>
            <p:cNvCxnSpPr/>
            <p:nvPr/>
          </p:nvCxnSpPr>
          <p:spPr>
            <a:xfrm>
              <a:off x="8978199" y="784475"/>
              <a:ext cx="0" cy="4091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2;p2"/>
            <p:cNvCxnSpPr/>
            <p:nvPr/>
          </p:nvCxnSpPr>
          <p:spPr>
            <a:xfrm>
              <a:off x="164875" y="4988075"/>
              <a:ext cx="8832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169011" y="784475"/>
              <a:ext cx="0" cy="4091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4" name="Google Shape;14;p2"/>
          <p:cNvCxnSpPr/>
          <p:nvPr/>
        </p:nvCxnSpPr>
        <p:spPr>
          <a:xfrm>
            <a:off x="5120369" y="1669750"/>
            <a:ext cx="3351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5;p2"/>
          <p:cNvCxnSpPr/>
          <p:nvPr/>
        </p:nvCxnSpPr>
        <p:spPr>
          <a:xfrm>
            <a:off x="5120369" y="3565200"/>
            <a:ext cx="3351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033375" y="1804174"/>
            <a:ext cx="3525600" cy="17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Lexend Exa"/>
                <a:ea typeface="Lexend Exa"/>
                <a:cs typeface="Lexend Exa"/>
                <a:sym typeface="Lexend Ex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09069" y="3772920"/>
            <a:ext cx="3574200" cy="3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8" name="Google Shape;18;p2"/>
          <p:cNvCxnSpPr/>
          <p:nvPr/>
        </p:nvCxnSpPr>
        <p:spPr>
          <a:xfrm>
            <a:off x="4619800" y="4984375"/>
            <a:ext cx="4368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155550" y="159125"/>
            <a:ext cx="8832900" cy="4825250"/>
            <a:chOff x="164875" y="162825"/>
            <a:chExt cx="8832900" cy="4825250"/>
          </a:xfrm>
        </p:grpSpPr>
        <p:sp>
          <p:nvSpPr>
            <p:cNvPr id="30" name="Google Shape;30;p4"/>
            <p:cNvSpPr/>
            <p:nvPr/>
          </p:nvSpPr>
          <p:spPr>
            <a:xfrm>
              <a:off x="170225" y="162825"/>
              <a:ext cx="8807975" cy="513825"/>
            </a:xfrm>
            <a:custGeom>
              <a:avLst/>
              <a:gdLst/>
              <a:ahLst/>
              <a:cxnLst/>
              <a:rect l="l" t="t" r="r" b="b"/>
              <a:pathLst>
                <a:path w="352319" h="20553" extrusionOk="0">
                  <a:moveTo>
                    <a:pt x="0" y="20426"/>
                  </a:moveTo>
                  <a:lnTo>
                    <a:pt x="0" y="0"/>
                  </a:lnTo>
                  <a:lnTo>
                    <a:pt x="352274" y="0"/>
                  </a:lnTo>
                  <a:lnTo>
                    <a:pt x="352319" y="20553"/>
                  </a:lnTo>
                </a:path>
              </a:pathLst>
            </a:custGeom>
            <a:noFill/>
            <a:ln w="19050" cap="flat" cmpd="sng">
              <a:solidFill>
                <a:srgbClr val="823E4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31" name="Google Shape;31;p4"/>
            <p:cNvCxnSpPr/>
            <p:nvPr/>
          </p:nvCxnSpPr>
          <p:spPr>
            <a:xfrm>
              <a:off x="8978199" y="784475"/>
              <a:ext cx="0" cy="4091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4"/>
            <p:cNvCxnSpPr/>
            <p:nvPr/>
          </p:nvCxnSpPr>
          <p:spPr>
            <a:xfrm>
              <a:off x="164875" y="4988075"/>
              <a:ext cx="8832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4"/>
            <p:cNvCxnSpPr/>
            <p:nvPr/>
          </p:nvCxnSpPr>
          <p:spPr>
            <a:xfrm>
              <a:off x="169011" y="784475"/>
              <a:ext cx="0" cy="4091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720000" y="3472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720000" y="884975"/>
            <a:ext cx="7704000" cy="37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TITLE_ONLY_1_1_1_1">
    <p:bg>
      <p:bgPr>
        <a:solidFill>
          <a:schemeClr val="lt1"/>
        </a:solidFill>
        <a:effectLst/>
      </p:bgPr>
    </p:bg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6" name="Google Shape;576;p53"/>
          <p:cNvGrpSpPr/>
          <p:nvPr/>
        </p:nvGrpSpPr>
        <p:grpSpPr>
          <a:xfrm>
            <a:off x="155550" y="159125"/>
            <a:ext cx="8832900" cy="4825250"/>
            <a:chOff x="164875" y="162825"/>
            <a:chExt cx="8832900" cy="4825250"/>
          </a:xfrm>
        </p:grpSpPr>
        <p:sp>
          <p:nvSpPr>
            <p:cNvPr id="577" name="Google Shape;577;p53"/>
            <p:cNvSpPr/>
            <p:nvPr/>
          </p:nvSpPr>
          <p:spPr>
            <a:xfrm>
              <a:off x="170225" y="162825"/>
              <a:ext cx="8807975" cy="513825"/>
            </a:xfrm>
            <a:custGeom>
              <a:avLst/>
              <a:gdLst/>
              <a:ahLst/>
              <a:cxnLst/>
              <a:rect l="l" t="t" r="r" b="b"/>
              <a:pathLst>
                <a:path w="352319" h="20553" extrusionOk="0">
                  <a:moveTo>
                    <a:pt x="0" y="20426"/>
                  </a:moveTo>
                  <a:lnTo>
                    <a:pt x="0" y="0"/>
                  </a:lnTo>
                  <a:lnTo>
                    <a:pt x="352274" y="0"/>
                  </a:lnTo>
                  <a:lnTo>
                    <a:pt x="352319" y="20553"/>
                  </a:lnTo>
                </a:path>
              </a:pathLst>
            </a:custGeom>
            <a:noFill/>
            <a:ln w="19050" cap="flat" cmpd="sng">
              <a:solidFill>
                <a:srgbClr val="823E4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578" name="Google Shape;578;p53"/>
            <p:cNvCxnSpPr/>
            <p:nvPr/>
          </p:nvCxnSpPr>
          <p:spPr>
            <a:xfrm>
              <a:off x="8978199" y="784475"/>
              <a:ext cx="0" cy="4091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579" name="Google Shape;579;p53"/>
            <p:cNvCxnSpPr/>
            <p:nvPr/>
          </p:nvCxnSpPr>
          <p:spPr>
            <a:xfrm>
              <a:off x="164875" y="4988075"/>
              <a:ext cx="8832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0" name="Google Shape;580;p53"/>
            <p:cNvCxnSpPr/>
            <p:nvPr/>
          </p:nvCxnSpPr>
          <p:spPr>
            <a:xfrm>
              <a:off x="169011" y="784475"/>
              <a:ext cx="0" cy="4091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31"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2" name="Google Shape;582;p54"/>
          <p:cNvGrpSpPr/>
          <p:nvPr/>
        </p:nvGrpSpPr>
        <p:grpSpPr>
          <a:xfrm rot="10800000" flipH="1">
            <a:off x="155550" y="159125"/>
            <a:ext cx="8832900" cy="4825250"/>
            <a:chOff x="164875" y="162825"/>
            <a:chExt cx="8832900" cy="4825250"/>
          </a:xfrm>
        </p:grpSpPr>
        <p:sp>
          <p:nvSpPr>
            <p:cNvPr id="583" name="Google Shape;583;p54"/>
            <p:cNvSpPr/>
            <p:nvPr/>
          </p:nvSpPr>
          <p:spPr>
            <a:xfrm>
              <a:off x="170225" y="162825"/>
              <a:ext cx="8807975" cy="513825"/>
            </a:xfrm>
            <a:custGeom>
              <a:avLst/>
              <a:gdLst/>
              <a:ahLst/>
              <a:cxnLst/>
              <a:rect l="l" t="t" r="r" b="b"/>
              <a:pathLst>
                <a:path w="352319" h="20553" extrusionOk="0">
                  <a:moveTo>
                    <a:pt x="0" y="20426"/>
                  </a:moveTo>
                  <a:lnTo>
                    <a:pt x="0" y="0"/>
                  </a:lnTo>
                  <a:lnTo>
                    <a:pt x="352274" y="0"/>
                  </a:lnTo>
                  <a:lnTo>
                    <a:pt x="352319" y="20553"/>
                  </a:lnTo>
                </a:path>
              </a:pathLst>
            </a:custGeom>
            <a:noFill/>
            <a:ln w="19050" cap="flat" cmpd="sng">
              <a:solidFill>
                <a:srgbClr val="823E4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584" name="Google Shape;584;p54"/>
            <p:cNvCxnSpPr/>
            <p:nvPr/>
          </p:nvCxnSpPr>
          <p:spPr>
            <a:xfrm>
              <a:off x="8978199" y="784475"/>
              <a:ext cx="0" cy="4091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585" name="Google Shape;585;p54"/>
            <p:cNvCxnSpPr/>
            <p:nvPr/>
          </p:nvCxnSpPr>
          <p:spPr>
            <a:xfrm>
              <a:off x="164875" y="4988075"/>
              <a:ext cx="8832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6" name="Google Shape;586;p54"/>
            <p:cNvCxnSpPr/>
            <p:nvPr/>
          </p:nvCxnSpPr>
          <p:spPr>
            <a:xfrm>
              <a:off x="169011" y="784475"/>
              <a:ext cx="0" cy="4091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sp>
        <p:nvSpPr>
          <p:cNvPr id="587" name="Google Shape;587;p54"/>
          <p:cNvSpPr/>
          <p:nvPr/>
        </p:nvSpPr>
        <p:spPr>
          <a:xfrm>
            <a:off x="2667000" y="1052550"/>
            <a:ext cx="3810000" cy="3038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32"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9" name="Google Shape;589;p55"/>
          <p:cNvGrpSpPr/>
          <p:nvPr/>
        </p:nvGrpSpPr>
        <p:grpSpPr>
          <a:xfrm rot="10800000" flipH="1">
            <a:off x="155550" y="159125"/>
            <a:ext cx="8832900" cy="4825250"/>
            <a:chOff x="164875" y="162825"/>
            <a:chExt cx="8832900" cy="4825250"/>
          </a:xfrm>
        </p:grpSpPr>
        <p:sp>
          <p:nvSpPr>
            <p:cNvPr id="590" name="Google Shape;590;p55"/>
            <p:cNvSpPr/>
            <p:nvPr/>
          </p:nvSpPr>
          <p:spPr>
            <a:xfrm>
              <a:off x="170225" y="162825"/>
              <a:ext cx="8807975" cy="513825"/>
            </a:xfrm>
            <a:custGeom>
              <a:avLst/>
              <a:gdLst/>
              <a:ahLst/>
              <a:cxnLst/>
              <a:rect l="l" t="t" r="r" b="b"/>
              <a:pathLst>
                <a:path w="352319" h="20553" extrusionOk="0">
                  <a:moveTo>
                    <a:pt x="0" y="20426"/>
                  </a:moveTo>
                  <a:lnTo>
                    <a:pt x="0" y="0"/>
                  </a:lnTo>
                  <a:lnTo>
                    <a:pt x="352274" y="0"/>
                  </a:lnTo>
                  <a:lnTo>
                    <a:pt x="352319" y="20553"/>
                  </a:lnTo>
                </a:path>
              </a:pathLst>
            </a:custGeom>
            <a:noFill/>
            <a:ln w="19050" cap="flat" cmpd="sng">
              <a:solidFill>
                <a:srgbClr val="823E4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591" name="Google Shape;591;p55"/>
            <p:cNvCxnSpPr/>
            <p:nvPr/>
          </p:nvCxnSpPr>
          <p:spPr>
            <a:xfrm>
              <a:off x="8978199" y="784475"/>
              <a:ext cx="0" cy="4091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592" name="Google Shape;592;p55"/>
            <p:cNvCxnSpPr/>
            <p:nvPr/>
          </p:nvCxnSpPr>
          <p:spPr>
            <a:xfrm>
              <a:off x="164875" y="4988075"/>
              <a:ext cx="8832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3" name="Google Shape;593;p55"/>
            <p:cNvCxnSpPr/>
            <p:nvPr/>
          </p:nvCxnSpPr>
          <p:spPr>
            <a:xfrm>
              <a:off x="169011" y="784475"/>
              <a:ext cx="0" cy="4091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APTION_ONLY_1">
    <p:bg>
      <p:bgPr>
        <a:solidFill>
          <a:schemeClr val="dk2"/>
        </a:solidFill>
        <a:effectLst/>
      </p:bgPr>
    </p:bg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5" name="Google Shape;595;p56"/>
          <p:cNvGrpSpPr/>
          <p:nvPr/>
        </p:nvGrpSpPr>
        <p:grpSpPr>
          <a:xfrm>
            <a:off x="155550" y="159125"/>
            <a:ext cx="8832900" cy="4825250"/>
            <a:chOff x="164875" y="162825"/>
            <a:chExt cx="8832900" cy="4825250"/>
          </a:xfrm>
        </p:grpSpPr>
        <p:sp>
          <p:nvSpPr>
            <p:cNvPr id="596" name="Google Shape;596;p56"/>
            <p:cNvSpPr/>
            <p:nvPr/>
          </p:nvSpPr>
          <p:spPr>
            <a:xfrm>
              <a:off x="170225" y="162825"/>
              <a:ext cx="8807975" cy="513825"/>
            </a:xfrm>
            <a:custGeom>
              <a:avLst/>
              <a:gdLst/>
              <a:ahLst/>
              <a:cxnLst/>
              <a:rect l="l" t="t" r="r" b="b"/>
              <a:pathLst>
                <a:path w="352319" h="20553" extrusionOk="0">
                  <a:moveTo>
                    <a:pt x="0" y="20426"/>
                  </a:moveTo>
                  <a:lnTo>
                    <a:pt x="0" y="0"/>
                  </a:lnTo>
                  <a:lnTo>
                    <a:pt x="352274" y="0"/>
                  </a:lnTo>
                  <a:lnTo>
                    <a:pt x="352319" y="20553"/>
                  </a:lnTo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597" name="Google Shape;597;p56"/>
            <p:cNvCxnSpPr/>
            <p:nvPr/>
          </p:nvCxnSpPr>
          <p:spPr>
            <a:xfrm>
              <a:off x="8978199" y="784475"/>
              <a:ext cx="0" cy="40917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598" name="Google Shape;598;p56"/>
            <p:cNvCxnSpPr/>
            <p:nvPr/>
          </p:nvCxnSpPr>
          <p:spPr>
            <a:xfrm>
              <a:off x="164875" y="4988075"/>
              <a:ext cx="88329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9" name="Google Shape;599;p56"/>
            <p:cNvCxnSpPr/>
            <p:nvPr/>
          </p:nvCxnSpPr>
          <p:spPr>
            <a:xfrm>
              <a:off x="169011" y="784475"/>
              <a:ext cx="0" cy="40917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3472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exend Exa"/>
              <a:buNone/>
              <a:defRPr sz="2800">
                <a:solidFill>
                  <a:schemeClr val="dk2"/>
                </a:solidFill>
                <a:latin typeface="Lexend Exa"/>
                <a:ea typeface="Lexend Exa"/>
                <a:cs typeface="Lexend Exa"/>
                <a:sym typeface="Lexend Ex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exend Exa"/>
              <a:buNone/>
              <a:defRPr sz="2800">
                <a:solidFill>
                  <a:schemeClr val="dk2"/>
                </a:solidFill>
                <a:latin typeface="Lexend Exa"/>
                <a:ea typeface="Lexend Exa"/>
                <a:cs typeface="Lexend Exa"/>
                <a:sym typeface="Lexend Ex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exend Exa"/>
              <a:buNone/>
              <a:defRPr sz="2800">
                <a:solidFill>
                  <a:schemeClr val="dk2"/>
                </a:solidFill>
                <a:latin typeface="Lexend Exa"/>
                <a:ea typeface="Lexend Exa"/>
                <a:cs typeface="Lexend Exa"/>
                <a:sym typeface="Lexend Ex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exend Exa"/>
              <a:buNone/>
              <a:defRPr sz="2800">
                <a:solidFill>
                  <a:schemeClr val="dk2"/>
                </a:solidFill>
                <a:latin typeface="Lexend Exa"/>
                <a:ea typeface="Lexend Exa"/>
                <a:cs typeface="Lexend Exa"/>
                <a:sym typeface="Lexend Ex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exend Exa"/>
              <a:buNone/>
              <a:defRPr sz="2800">
                <a:solidFill>
                  <a:schemeClr val="dk2"/>
                </a:solidFill>
                <a:latin typeface="Lexend Exa"/>
                <a:ea typeface="Lexend Exa"/>
                <a:cs typeface="Lexend Exa"/>
                <a:sym typeface="Lexend Ex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exend Exa"/>
              <a:buNone/>
              <a:defRPr sz="2800">
                <a:solidFill>
                  <a:schemeClr val="dk2"/>
                </a:solidFill>
                <a:latin typeface="Lexend Exa"/>
                <a:ea typeface="Lexend Exa"/>
                <a:cs typeface="Lexend Exa"/>
                <a:sym typeface="Lexend Ex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exend Exa"/>
              <a:buNone/>
              <a:defRPr sz="2800">
                <a:solidFill>
                  <a:schemeClr val="dk2"/>
                </a:solidFill>
                <a:latin typeface="Lexend Exa"/>
                <a:ea typeface="Lexend Exa"/>
                <a:cs typeface="Lexend Exa"/>
                <a:sym typeface="Lexend Ex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exend Exa"/>
              <a:buNone/>
              <a:defRPr sz="2800">
                <a:solidFill>
                  <a:schemeClr val="dk2"/>
                </a:solidFill>
                <a:latin typeface="Lexend Exa"/>
                <a:ea typeface="Lexend Exa"/>
                <a:cs typeface="Lexend Exa"/>
                <a:sym typeface="Lexend Ex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exend Exa"/>
              <a:buNone/>
              <a:defRPr sz="2800">
                <a:solidFill>
                  <a:schemeClr val="dk2"/>
                </a:solidFill>
                <a:latin typeface="Lexend Exa"/>
                <a:ea typeface="Lexend Exa"/>
                <a:cs typeface="Lexend Exa"/>
                <a:sym typeface="Lexend Ex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342175"/>
            <a:ext cx="7704000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Text"/>
              <a:buChar char="●"/>
              <a:defRPr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Text"/>
              <a:buChar char="○"/>
              <a:defRPr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Text"/>
              <a:buChar char="■"/>
              <a:defRPr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Text"/>
              <a:buChar char="●"/>
              <a:defRPr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Text"/>
              <a:buChar char="○"/>
              <a:defRPr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Text"/>
              <a:buChar char="■"/>
              <a:defRPr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Text"/>
              <a:buChar char="●"/>
              <a:defRPr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Text"/>
              <a:buChar char="○"/>
              <a:defRPr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Text"/>
              <a:buChar char="■"/>
              <a:defRPr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99" r:id="rId4"/>
    <p:sldLayoutId id="2147483700" r:id="rId5"/>
    <p:sldLayoutId id="2147483701" r:id="rId6"/>
    <p:sldLayoutId id="2147483702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9"/>
          <p:cNvSpPr txBox="1">
            <a:spLocks noGrp="1"/>
          </p:cNvSpPr>
          <p:nvPr>
            <p:ph type="ctrTitle"/>
          </p:nvPr>
        </p:nvSpPr>
        <p:spPr>
          <a:xfrm>
            <a:off x="5047149" y="1802608"/>
            <a:ext cx="3525600" cy="17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Meal</a:t>
            </a:r>
            <a:br>
              <a:rPr lang="en" sz="5000" dirty="0"/>
            </a:br>
            <a:r>
              <a:rPr lang="en" sz="5000" dirty="0"/>
              <a:t>Stack</a:t>
            </a:r>
            <a:r>
              <a:rPr lang="en" sz="5000" dirty="0">
                <a:solidFill>
                  <a:schemeClr val="dk1"/>
                </a:solidFill>
              </a:rPr>
              <a:t> </a:t>
            </a:r>
            <a:br>
              <a:rPr lang="en" sz="2000" dirty="0"/>
            </a:br>
            <a:r>
              <a:rPr lang="en" sz="2000" dirty="0"/>
              <a:t>Canteen Management System</a:t>
            </a:r>
            <a:endParaRPr sz="2000" dirty="0"/>
          </a:p>
        </p:txBody>
      </p:sp>
      <p:sp>
        <p:nvSpPr>
          <p:cNvPr id="610" name="Google Shape;610;p59"/>
          <p:cNvSpPr txBox="1">
            <a:spLocks noGrp="1"/>
          </p:cNvSpPr>
          <p:nvPr>
            <p:ph type="subTitle" idx="1"/>
          </p:nvPr>
        </p:nvSpPr>
        <p:spPr>
          <a:xfrm>
            <a:off x="5009069" y="3772920"/>
            <a:ext cx="3574200" cy="3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Presented By: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Vaibhav Pophale:258100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Vrushabh  Bhandalkar:258218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Guided by: Mr. Vaibhav Verulkar</a:t>
            </a:r>
            <a:endParaRPr dirty="0"/>
          </a:p>
        </p:txBody>
      </p:sp>
      <p:grpSp>
        <p:nvGrpSpPr>
          <p:cNvPr id="611" name="Google Shape;611;p59"/>
          <p:cNvGrpSpPr/>
          <p:nvPr/>
        </p:nvGrpSpPr>
        <p:grpSpPr>
          <a:xfrm>
            <a:off x="5617820" y="789325"/>
            <a:ext cx="405100" cy="388975"/>
            <a:chOff x="6241725" y="1380875"/>
            <a:chExt cx="405100" cy="388975"/>
          </a:xfrm>
        </p:grpSpPr>
        <p:sp>
          <p:nvSpPr>
            <p:cNvPr id="612" name="Google Shape;612;p59"/>
            <p:cNvSpPr/>
            <p:nvPr/>
          </p:nvSpPr>
          <p:spPr>
            <a:xfrm>
              <a:off x="6418250" y="1380875"/>
              <a:ext cx="21850" cy="112100"/>
            </a:xfrm>
            <a:custGeom>
              <a:avLst/>
              <a:gdLst/>
              <a:ahLst/>
              <a:cxnLst/>
              <a:rect l="l" t="t" r="r" b="b"/>
              <a:pathLst>
                <a:path w="874" h="4484" extrusionOk="0">
                  <a:moveTo>
                    <a:pt x="605" y="0"/>
                  </a:moveTo>
                  <a:cubicBezTo>
                    <a:pt x="471" y="0"/>
                    <a:pt x="350" y="122"/>
                    <a:pt x="350" y="256"/>
                  </a:cubicBezTo>
                  <a:cubicBezTo>
                    <a:pt x="350" y="524"/>
                    <a:pt x="283" y="645"/>
                    <a:pt x="202" y="793"/>
                  </a:cubicBezTo>
                  <a:cubicBezTo>
                    <a:pt x="108" y="981"/>
                    <a:pt x="1" y="1181"/>
                    <a:pt x="1" y="1584"/>
                  </a:cubicBezTo>
                  <a:cubicBezTo>
                    <a:pt x="1" y="1974"/>
                    <a:pt x="108" y="2175"/>
                    <a:pt x="202" y="2363"/>
                  </a:cubicBezTo>
                  <a:cubicBezTo>
                    <a:pt x="283" y="2511"/>
                    <a:pt x="350" y="2631"/>
                    <a:pt x="350" y="2900"/>
                  </a:cubicBezTo>
                  <a:cubicBezTo>
                    <a:pt x="350" y="3168"/>
                    <a:pt x="283" y="3290"/>
                    <a:pt x="202" y="3437"/>
                  </a:cubicBezTo>
                  <a:cubicBezTo>
                    <a:pt x="108" y="3625"/>
                    <a:pt x="1" y="3826"/>
                    <a:pt x="1" y="4229"/>
                  </a:cubicBezTo>
                  <a:cubicBezTo>
                    <a:pt x="1" y="4363"/>
                    <a:pt x="122" y="4484"/>
                    <a:pt x="269" y="4484"/>
                  </a:cubicBezTo>
                  <a:cubicBezTo>
                    <a:pt x="403" y="4484"/>
                    <a:pt x="525" y="4363"/>
                    <a:pt x="525" y="4229"/>
                  </a:cubicBezTo>
                  <a:cubicBezTo>
                    <a:pt x="525" y="3961"/>
                    <a:pt x="591" y="3839"/>
                    <a:pt x="672" y="3678"/>
                  </a:cubicBezTo>
                  <a:cubicBezTo>
                    <a:pt x="766" y="3504"/>
                    <a:pt x="874" y="3290"/>
                    <a:pt x="874" y="2900"/>
                  </a:cubicBezTo>
                  <a:cubicBezTo>
                    <a:pt x="874" y="2511"/>
                    <a:pt x="766" y="2296"/>
                    <a:pt x="672" y="2121"/>
                  </a:cubicBezTo>
                  <a:cubicBezTo>
                    <a:pt x="591" y="1974"/>
                    <a:pt x="525" y="1853"/>
                    <a:pt x="525" y="1584"/>
                  </a:cubicBezTo>
                  <a:cubicBezTo>
                    <a:pt x="525" y="1316"/>
                    <a:pt x="591" y="1195"/>
                    <a:pt x="672" y="1034"/>
                  </a:cubicBezTo>
                  <a:cubicBezTo>
                    <a:pt x="766" y="859"/>
                    <a:pt x="874" y="645"/>
                    <a:pt x="874" y="256"/>
                  </a:cubicBezTo>
                  <a:cubicBezTo>
                    <a:pt x="874" y="122"/>
                    <a:pt x="752" y="0"/>
                    <a:pt x="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59"/>
            <p:cNvSpPr/>
            <p:nvPr/>
          </p:nvSpPr>
          <p:spPr>
            <a:xfrm>
              <a:off x="6470275" y="1380875"/>
              <a:ext cx="21500" cy="112100"/>
            </a:xfrm>
            <a:custGeom>
              <a:avLst/>
              <a:gdLst/>
              <a:ahLst/>
              <a:cxnLst/>
              <a:rect l="l" t="t" r="r" b="b"/>
              <a:pathLst>
                <a:path w="860" h="4484" extrusionOk="0">
                  <a:moveTo>
                    <a:pt x="591" y="0"/>
                  </a:moveTo>
                  <a:cubicBezTo>
                    <a:pt x="457" y="0"/>
                    <a:pt x="336" y="122"/>
                    <a:pt x="336" y="256"/>
                  </a:cubicBezTo>
                  <a:cubicBezTo>
                    <a:pt x="336" y="524"/>
                    <a:pt x="282" y="645"/>
                    <a:pt x="202" y="793"/>
                  </a:cubicBezTo>
                  <a:cubicBezTo>
                    <a:pt x="108" y="981"/>
                    <a:pt x="1" y="1181"/>
                    <a:pt x="1" y="1584"/>
                  </a:cubicBezTo>
                  <a:cubicBezTo>
                    <a:pt x="1" y="1974"/>
                    <a:pt x="108" y="2175"/>
                    <a:pt x="202" y="2363"/>
                  </a:cubicBezTo>
                  <a:cubicBezTo>
                    <a:pt x="282" y="2511"/>
                    <a:pt x="336" y="2631"/>
                    <a:pt x="336" y="2900"/>
                  </a:cubicBezTo>
                  <a:cubicBezTo>
                    <a:pt x="336" y="3168"/>
                    <a:pt x="282" y="3290"/>
                    <a:pt x="202" y="3437"/>
                  </a:cubicBezTo>
                  <a:cubicBezTo>
                    <a:pt x="108" y="3625"/>
                    <a:pt x="1" y="3826"/>
                    <a:pt x="1" y="4229"/>
                  </a:cubicBezTo>
                  <a:cubicBezTo>
                    <a:pt x="1" y="4363"/>
                    <a:pt x="108" y="4484"/>
                    <a:pt x="255" y="4484"/>
                  </a:cubicBezTo>
                  <a:cubicBezTo>
                    <a:pt x="390" y="4484"/>
                    <a:pt x="511" y="4363"/>
                    <a:pt x="511" y="4229"/>
                  </a:cubicBezTo>
                  <a:cubicBezTo>
                    <a:pt x="511" y="3961"/>
                    <a:pt x="577" y="3839"/>
                    <a:pt x="658" y="3678"/>
                  </a:cubicBezTo>
                  <a:cubicBezTo>
                    <a:pt x="753" y="3504"/>
                    <a:pt x="860" y="3290"/>
                    <a:pt x="860" y="2900"/>
                  </a:cubicBezTo>
                  <a:cubicBezTo>
                    <a:pt x="860" y="2511"/>
                    <a:pt x="753" y="2296"/>
                    <a:pt x="658" y="2121"/>
                  </a:cubicBezTo>
                  <a:cubicBezTo>
                    <a:pt x="577" y="1974"/>
                    <a:pt x="511" y="1853"/>
                    <a:pt x="511" y="1584"/>
                  </a:cubicBezTo>
                  <a:cubicBezTo>
                    <a:pt x="511" y="1316"/>
                    <a:pt x="577" y="1195"/>
                    <a:pt x="658" y="1034"/>
                  </a:cubicBezTo>
                  <a:cubicBezTo>
                    <a:pt x="753" y="859"/>
                    <a:pt x="860" y="645"/>
                    <a:pt x="860" y="256"/>
                  </a:cubicBezTo>
                  <a:cubicBezTo>
                    <a:pt x="860" y="122"/>
                    <a:pt x="739" y="0"/>
                    <a:pt x="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59"/>
            <p:cNvSpPr/>
            <p:nvPr/>
          </p:nvSpPr>
          <p:spPr>
            <a:xfrm>
              <a:off x="6241725" y="1505700"/>
              <a:ext cx="347025" cy="208100"/>
            </a:xfrm>
            <a:custGeom>
              <a:avLst/>
              <a:gdLst/>
              <a:ahLst/>
              <a:cxnLst/>
              <a:rect l="l" t="t" r="r" b="b"/>
              <a:pathLst>
                <a:path w="13881" h="8324" extrusionOk="0">
                  <a:moveTo>
                    <a:pt x="3183" y="1558"/>
                  </a:moveTo>
                  <a:lnTo>
                    <a:pt x="3183" y="3652"/>
                  </a:lnTo>
                  <a:cubicBezTo>
                    <a:pt x="2283" y="3639"/>
                    <a:pt x="1545" y="2900"/>
                    <a:pt x="1545" y="2002"/>
                  </a:cubicBezTo>
                  <a:cubicBezTo>
                    <a:pt x="1545" y="1853"/>
                    <a:pt x="1572" y="1706"/>
                    <a:pt x="1612" y="1558"/>
                  </a:cubicBezTo>
                  <a:close/>
                  <a:moveTo>
                    <a:pt x="1424" y="1035"/>
                  </a:moveTo>
                  <a:cubicBezTo>
                    <a:pt x="1316" y="1035"/>
                    <a:pt x="1223" y="1102"/>
                    <a:pt x="1182" y="1209"/>
                  </a:cubicBezTo>
                  <a:cubicBezTo>
                    <a:pt x="1089" y="1451"/>
                    <a:pt x="1035" y="1719"/>
                    <a:pt x="1035" y="2002"/>
                  </a:cubicBezTo>
                  <a:cubicBezTo>
                    <a:pt x="1035" y="3196"/>
                    <a:pt x="2014" y="4176"/>
                    <a:pt x="3209" y="4176"/>
                  </a:cubicBezTo>
                  <a:lnTo>
                    <a:pt x="3451" y="4176"/>
                  </a:lnTo>
                  <a:cubicBezTo>
                    <a:pt x="3585" y="4176"/>
                    <a:pt x="3706" y="4055"/>
                    <a:pt x="3706" y="3921"/>
                  </a:cubicBezTo>
                  <a:lnTo>
                    <a:pt x="3706" y="1303"/>
                  </a:lnTo>
                  <a:cubicBezTo>
                    <a:pt x="3706" y="1155"/>
                    <a:pt x="3585" y="1035"/>
                    <a:pt x="3451" y="1035"/>
                  </a:cubicBezTo>
                  <a:close/>
                  <a:moveTo>
                    <a:pt x="13358" y="525"/>
                  </a:moveTo>
                  <a:lnTo>
                    <a:pt x="13358" y="7035"/>
                  </a:lnTo>
                  <a:cubicBezTo>
                    <a:pt x="13358" y="7464"/>
                    <a:pt x="13009" y="7801"/>
                    <a:pt x="12579" y="7801"/>
                  </a:cubicBezTo>
                  <a:lnTo>
                    <a:pt x="4484" y="7801"/>
                  </a:lnTo>
                  <a:cubicBezTo>
                    <a:pt x="4055" y="7801"/>
                    <a:pt x="3706" y="7464"/>
                    <a:pt x="3706" y="7035"/>
                  </a:cubicBezTo>
                  <a:lnTo>
                    <a:pt x="3706" y="4955"/>
                  </a:lnTo>
                  <a:cubicBezTo>
                    <a:pt x="3706" y="4807"/>
                    <a:pt x="3585" y="4686"/>
                    <a:pt x="3451" y="4686"/>
                  </a:cubicBezTo>
                  <a:lnTo>
                    <a:pt x="3209" y="4686"/>
                  </a:lnTo>
                  <a:cubicBezTo>
                    <a:pt x="1719" y="4686"/>
                    <a:pt x="511" y="3478"/>
                    <a:pt x="511" y="2002"/>
                  </a:cubicBezTo>
                  <a:cubicBezTo>
                    <a:pt x="511" y="1465"/>
                    <a:pt x="672" y="967"/>
                    <a:pt x="954" y="525"/>
                  </a:cubicBezTo>
                  <a:close/>
                  <a:moveTo>
                    <a:pt x="820" y="1"/>
                  </a:moveTo>
                  <a:cubicBezTo>
                    <a:pt x="739" y="1"/>
                    <a:pt x="659" y="42"/>
                    <a:pt x="618" y="108"/>
                  </a:cubicBezTo>
                  <a:cubicBezTo>
                    <a:pt x="215" y="659"/>
                    <a:pt x="1" y="1316"/>
                    <a:pt x="1" y="2002"/>
                  </a:cubicBezTo>
                  <a:cubicBezTo>
                    <a:pt x="1" y="3759"/>
                    <a:pt x="1424" y="5196"/>
                    <a:pt x="3183" y="5209"/>
                  </a:cubicBezTo>
                  <a:lnTo>
                    <a:pt x="3183" y="7035"/>
                  </a:lnTo>
                  <a:cubicBezTo>
                    <a:pt x="3183" y="7747"/>
                    <a:pt x="3773" y="8324"/>
                    <a:pt x="4484" y="8324"/>
                  </a:cubicBezTo>
                  <a:lnTo>
                    <a:pt x="12579" y="8324"/>
                  </a:lnTo>
                  <a:cubicBezTo>
                    <a:pt x="13304" y="8324"/>
                    <a:pt x="13881" y="7747"/>
                    <a:pt x="13881" y="7035"/>
                  </a:cubicBezTo>
                  <a:lnTo>
                    <a:pt x="13881" y="269"/>
                  </a:lnTo>
                  <a:cubicBezTo>
                    <a:pt x="13881" y="122"/>
                    <a:pt x="13761" y="1"/>
                    <a:pt x="136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5" name="Google Shape;615;p59"/>
            <p:cNvSpPr/>
            <p:nvPr/>
          </p:nvSpPr>
          <p:spPr>
            <a:xfrm>
              <a:off x="6541075" y="1566125"/>
              <a:ext cx="13125" cy="113125"/>
            </a:xfrm>
            <a:custGeom>
              <a:avLst/>
              <a:gdLst/>
              <a:ahLst/>
              <a:cxnLst/>
              <a:rect l="l" t="t" r="r" b="b"/>
              <a:pathLst>
                <a:path w="525" h="4525" extrusionOk="0">
                  <a:moveTo>
                    <a:pt x="269" y="0"/>
                  </a:moveTo>
                  <a:cubicBezTo>
                    <a:pt x="122" y="0"/>
                    <a:pt x="1" y="121"/>
                    <a:pt x="1" y="256"/>
                  </a:cubicBezTo>
                  <a:lnTo>
                    <a:pt x="1" y="4269"/>
                  </a:lnTo>
                  <a:cubicBezTo>
                    <a:pt x="1" y="4417"/>
                    <a:pt x="122" y="4524"/>
                    <a:pt x="269" y="4524"/>
                  </a:cubicBezTo>
                  <a:cubicBezTo>
                    <a:pt x="403" y="4524"/>
                    <a:pt x="525" y="4417"/>
                    <a:pt x="525" y="4269"/>
                  </a:cubicBezTo>
                  <a:lnTo>
                    <a:pt x="525" y="256"/>
                  </a:lnTo>
                  <a:cubicBezTo>
                    <a:pt x="525" y="121"/>
                    <a:pt x="403" y="0"/>
                    <a:pt x="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59"/>
            <p:cNvSpPr/>
            <p:nvPr/>
          </p:nvSpPr>
          <p:spPr>
            <a:xfrm>
              <a:off x="6541075" y="1505700"/>
              <a:ext cx="13125" cy="47675"/>
            </a:xfrm>
            <a:custGeom>
              <a:avLst/>
              <a:gdLst/>
              <a:ahLst/>
              <a:cxnLst/>
              <a:rect l="l" t="t" r="r" b="b"/>
              <a:pathLst>
                <a:path w="525" h="1907" extrusionOk="0">
                  <a:moveTo>
                    <a:pt x="269" y="1"/>
                  </a:moveTo>
                  <a:cubicBezTo>
                    <a:pt x="122" y="1"/>
                    <a:pt x="1" y="122"/>
                    <a:pt x="1" y="269"/>
                  </a:cubicBezTo>
                  <a:lnTo>
                    <a:pt x="1" y="1639"/>
                  </a:lnTo>
                  <a:cubicBezTo>
                    <a:pt x="1" y="1787"/>
                    <a:pt x="122" y="1907"/>
                    <a:pt x="269" y="1907"/>
                  </a:cubicBezTo>
                  <a:cubicBezTo>
                    <a:pt x="403" y="1907"/>
                    <a:pt x="525" y="1787"/>
                    <a:pt x="525" y="1639"/>
                  </a:cubicBezTo>
                  <a:lnTo>
                    <a:pt x="525" y="269"/>
                  </a:lnTo>
                  <a:cubicBezTo>
                    <a:pt x="525" y="122"/>
                    <a:pt x="403" y="1"/>
                    <a:pt x="2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59"/>
            <p:cNvSpPr/>
            <p:nvPr/>
          </p:nvSpPr>
          <p:spPr>
            <a:xfrm>
              <a:off x="6271250" y="1726600"/>
              <a:ext cx="367850" cy="43250"/>
            </a:xfrm>
            <a:custGeom>
              <a:avLst/>
              <a:gdLst/>
              <a:ahLst/>
              <a:cxnLst/>
              <a:rect l="l" t="t" r="r" b="b"/>
              <a:pathLst>
                <a:path w="14714" h="1730" extrusionOk="0">
                  <a:moveTo>
                    <a:pt x="288" y="1"/>
                  </a:moveTo>
                  <a:cubicBezTo>
                    <a:pt x="264" y="1"/>
                    <a:pt x="239" y="4"/>
                    <a:pt x="216" y="12"/>
                  </a:cubicBezTo>
                  <a:cubicBezTo>
                    <a:pt x="81" y="51"/>
                    <a:pt x="1" y="200"/>
                    <a:pt x="42" y="334"/>
                  </a:cubicBezTo>
                  <a:lnTo>
                    <a:pt x="243" y="1045"/>
                  </a:lnTo>
                  <a:cubicBezTo>
                    <a:pt x="350" y="1435"/>
                    <a:pt x="753" y="1730"/>
                    <a:pt x="1143" y="1730"/>
                  </a:cubicBezTo>
                  <a:lnTo>
                    <a:pt x="13559" y="1730"/>
                  </a:lnTo>
                  <a:cubicBezTo>
                    <a:pt x="13962" y="1730"/>
                    <a:pt x="14352" y="1435"/>
                    <a:pt x="14472" y="1045"/>
                  </a:cubicBezTo>
                  <a:lnTo>
                    <a:pt x="14674" y="334"/>
                  </a:lnTo>
                  <a:cubicBezTo>
                    <a:pt x="14713" y="200"/>
                    <a:pt x="14633" y="51"/>
                    <a:pt x="14486" y="12"/>
                  </a:cubicBezTo>
                  <a:cubicBezTo>
                    <a:pt x="14462" y="4"/>
                    <a:pt x="14438" y="1"/>
                    <a:pt x="14415" y="1"/>
                  </a:cubicBezTo>
                  <a:cubicBezTo>
                    <a:pt x="14307" y="1"/>
                    <a:pt x="14210" y="75"/>
                    <a:pt x="14176" y="186"/>
                  </a:cubicBezTo>
                  <a:lnTo>
                    <a:pt x="13976" y="898"/>
                  </a:lnTo>
                  <a:cubicBezTo>
                    <a:pt x="13922" y="1059"/>
                    <a:pt x="13720" y="1206"/>
                    <a:pt x="13559" y="1206"/>
                  </a:cubicBezTo>
                  <a:lnTo>
                    <a:pt x="1143" y="1206"/>
                  </a:lnTo>
                  <a:cubicBezTo>
                    <a:pt x="981" y="1206"/>
                    <a:pt x="780" y="1059"/>
                    <a:pt x="740" y="898"/>
                  </a:cubicBezTo>
                  <a:lnTo>
                    <a:pt x="538" y="186"/>
                  </a:lnTo>
                  <a:cubicBezTo>
                    <a:pt x="505" y="75"/>
                    <a:pt x="399" y="1"/>
                    <a:pt x="2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59"/>
            <p:cNvSpPr/>
            <p:nvPr/>
          </p:nvSpPr>
          <p:spPr>
            <a:xfrm>
              <a:off x="6263200" y="1726875"/>
              <a:ext cx="383625" cy="12775"/>
            </a:xfrm>
            <a:custGeom>
              <a:avLst/>
              <a:gdLst/>
              <a:ahLst/>
              <a:cxnLst/>
              <a:rect l="l" t="t" r="r" b="b"/>
              <a:pathLst>
                <a:path w="15345" h="511" extrusionOk="0">
                  <a:moveTo>
                    <a:pt x="256" y="1"/>
                  </a:moveTo>
                  <a:cubicBezTo>
                    <a:pt x="122" y="1"/>
                    <a:pt x="1" y="108"/>
                    <a:pt x="1" y="255"/>
                  </a:cubicBezTo>
                  <a:cubicBezTo>
                    <a:pt x="1" y="389"/>
                    <a:pt x="122" y="511"/>
                    <a:pt x="256" y="511"/>
                  </a:cubicBezTo>
                  <a:lnTo>
                    <a:pt x="15089" y="511"/>
                  </a:lnTo>
                  <a:cubicBezTo>
                    <a:pt x="15223" y="511"/>
                    <a:pt x="15345" y="389"/>
                    <a:pt x="15345" y="255"/>
                  </a:cubicBezTo>
                  <a:cubicBezTo>
                    <a:pt x="15345" y="108"/>
                    <a:pt x="15223" y="1"/>
                    <a:pt x="150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9" name="Google Shape;619;p59"/>
          <p:cNvGrpSpPr/>
          <p:nvPr/>
        </p:nvGrpSpPr>
        <p:grpSpPr>
          <a:xfrm>
            <a:off x="7556318" y="763663"/>
            <a:ext cx="405425" cy="371525"/>
            <a:chOff x="7735800" y="1389600"/>
            <a:chExt cx="405425" cy="371525"/>
          </a:xfrm>
        </p:grpSpPr>
        <p:sp>
          <p:nvSpPr>
            <p:cNvPr id="620" name="Google Shape;620;p59"/>
            <p:cNvSpPr/>
            <p:nvPr/>
          </p:nvSpPr>
          <p:spPr>
            <a:xfrm>
              <a:off x="7735800" y="1718150"/>
              <a:ext cx="405425" cy="42975"/>
            </a:xfrm>
            <a:custGeom>
              <a:avLst/>
              <a:gdLst/>
              <a:ahLst/>
              <a:cxnLst/>
              <a:rect l="l" t="t" r="r" b="b"/>
              <a:pathLst>
                <a:path w="16217" h="1719" extrusionOk="0">
                  <a:moveTo>
                    <a:pt x="15264" y="511"/>
                  </a:moveTo>
                  <a:lnTo>
                    <a:pt x="15156" y="899"/>
                  </a:lnTo>
                  <a:cubicBezTo>
                    <a:pt x="15116" y="1061"/>
                    <a:pt x="14915" y="1209"/>
                    <a:pt x="14740" y="1209"/>
                  </a:cubicBezTo>
                  <a:lnTo>
                    <a:pt x="1477" y="1209"/>
                  </a:lnTo>
                  <a:cubicBezTo>
                    <a:pt x="1303" y="1209"/>
                    <a:pt x="1101" y="1061"/>
                    <a:pt x="1061" y="899"/>
                  </a:cubicBezTo>
                  <a:lnTo>
                    <a:pt x="954" y="511"/>
                  </a:lnTo>
                  <a:close/>
                  <a:moveTo>
                    <a:pt x="269" y="1"/>
                  </a:moveTo>
                  <a:cubicBezTo>
                    <a:pt x="122" y="1"/>
                    <a:pt x="0" y="108"/>
                    <a:pt x="0" y="255"/>
                  </a:cubicBezTo>
                  <a:cubicBezTo>
                    <a:pt x="0" y="403"/>
                    <a:pt x="122" y="511"/>
                    <a:pt x="269" y="511"/>
                  </a:cubicBezTo>
                  <a:lnTo>
                    <a:pt x="417" y="511"/>
                  </a:lnTo>
                  <a:lnTo>
                    <a:pt x="564" y="1034"/>
                  </a:lnTo>
                  <a:cubicBezTo>
                    <a:pt x="672" y="1424"/>
                    <a:pt x="1074" y="1719"/>
                    <a:pt x="1477" y="1719"/>
                  </a:cubicBezTo>
                  <a:lnTo>
                    <a:pt x="14740" y="1719"/>
                  </a:lnTo>
                  <a:cubicBezTo>
                    <a:pt x="15143" y="1719"/>
                    <a:pt x="15545" y="1424"/>
                    <a:pt x="15653" y="1034"/>
                  </a:cubicBezTo>
                  <a:lnTo>
                    <a:pt x="15801" y="511"/>
                  </a:lnTo>
                  <a:lnTo>
                    <a:pt x="15948" y="511"/>
                  </a:lnTo>
                  <a:cubicBezTo>
                    <a:pt x="16096" y="511"/>
                    <a:pt x="16216" y="403"/>
                    <a:pt x="16216" y="255"/>
                  </a:cubicBezTo>
                  <a:cubicBezTo>
                    <a:pt x="16216" y="108"/>
                    <a:pt x="16096" y="1"/>
                    <a:pt x="159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59"/>
            <p:cNvSpPr/>
            <p:nvPr/>
          </p:nvSpPr>
          <p:spPr>
            <a:xfrm>
              <a:off x="7748900" y="1514425"/>
              <a:ext cx="312800" cy="190650"/>
            </a:xfrm>
            <a:custGeom>
              <a:avLst/>
              <a:gdLst/>
              <a:ahLst/>
              <a:cxnLst/>
              <a:rect l="l" t="t" r="r" b="b"/>
              <a:pathLst>
                <a:path w="12512" h="7626" extrusionOk="0">
                  <a:moveTo>
                    <a:pt x="11975" y="525"/>
                  </a:moveTo>
                  <a:cubicBezTo>
                    <a:pt x="11921" y="1438"/>
                    <a:pt x="11545" y="2297"/>
                    <a:pt x="11142" y="3196"/>
                  </a:cubicBezTo>
                  <a:cubicBezTo>
                    <a:pt x="10713" y="4189"/>
                    <a:pt x="10269" y="5209"/>
                    <a:pt x="10269" y="6337"/>
                  </a:cubicBezTo>
                  <a:cubicBezTo>
                    <a:pt x="10269" y="6766"/>
                    <a:pt x="9920" y="7115"/>
                    <a:pt x="9491" y="7115"/>
                  </a:cubicBezTo>
                  <a:lnTo>
                    <a:pt x="5692" y="7115"/>
                  </a:lnTo>
                  <a:cubicBezTo>
                    <a:pt x="5263" y="7115"/>
                    <a:pt x="4914" y="6766"/>
                    <a:pt x="4914" y="6337"/>
                  </a:cubicBezTo>
                  <a:cubicBezTo>
                    <a:pt x="4914" y="5424"/>
                    <a:pt x="4618" y="4579"/>
                    <a:pt x="4323" y="3867"/>
                  </a:cubicBezTo>
                  <a:cubicBezTo>
                    <a:pt x="4282" y="3773"/>
                    <a:pt x="4189" y="3706"/>
                    <a:pt x="4081" y="3706"/>
                  </a:cubicBezTo>
                  <a:lnTo>
                    <a:pt x="3450" y="3706"/>
                  </a:lnTo>
                  <a:cubicBezTo>
                    <a:pt x="1826" y="3706"/>
                    <a:pt x="511" y="2390"/>
                    <a:pt x="511" y="779"/>
                  </a:cubicBezTo>
                  <a:lnTo>
                    <a:pt x="511" y="525"/>
                  </a:lnTo>
                  <a:lnTo>
                    <a:pt x="10605" y="525"/>
                  </a:lnTo>
                  <a:cubicBezTo>
                    <a:pt x="10578" y="860"/>
                    <a:pt x="10511" y="1223"/>
                    <a:pt x="10391" y="1612"/>
                  </a:cubicBezTo>
                  <a:cubicBezTo>
                    <a:pt x="10350" y="1746"/>
                    <a:pt x="10430" y="1894"/>
                    <a:pt x="10565" y="1934"/>
                  </a:cubicBezTo>
                  <a:lnTo>
                    <a:pt x="10645" y="1934"/>
                  </a:lnTo>
                  <a:cubicBezTo>
                    <a:pt x="10752" y="1934"/>
                    <a:pt x="10860" y="1867"/>
                    <a:pt x="10887" y="1760"/>
                  </a:cubicBezTo>
                  <a:cubicBezTo>
                    <a:pt x="11021" y="1316"/>
                    <a:pt x="11101" y="914"/>
                    <a:pt x="11115" y="525"/>
                  </a:cubicBezTo>
                  <a:close/>
                  <a:moveTo>
                    <a:pt x="255" y="1"/>
                  </a:moveTo>
                  <a:cubicBezTo>
                    <a:pt x="108" y="1"/>
                    <a:pt x="1" y="122"/>
                    <a:pt x="1" y="256"/>
                  </a:cubicBezTo>
                  <a:lnTo>
                    <a:pt x="1" y="779"/>
                  </a:lnTo>
                  <a:cubicBezTo>
                    <a:pt x="1" y="2673"/>
                    <a:pt x="1544" y="4230"/>
                    <a:pt x="3450" y="4230"/>
                  </a:cubicBezTo>
                  <a:lnTo>
                    <a:pt x="3920" y="4230"/>
                  </a:lnTo>
                  <a:cubicBezTo>
                    <a:pt x="4175" y="4874"/>
                    <a:pt x="4404" y="5572"/>
                    <a:pt x="4404" y="6337"/>
                  </a:cubicBezTo>
                  <a:cubicBezTo>
                    <a:pt x="4404" y="7049"/>
                    <a:pt x="4980" y="7626"/>
                    <a:pt x="5692" y="7626"/>
                  </a:cubicBezTo>
                  <a:lnTo>
                    <a:pt x="9491" y="7626"/>
                  </a:lnTo>
                  <a:cubicBezTo>
                    <a:pt x="10203" y="7626"/>
                    <a:pt x="10779" y="7049"/>
                    <a:pt x="10779" y="6337"/>
                  </a:cubicBezTo>
                  <a:cubicBezTo>
                    <a:pt x="10779" y="5317"/>
                    <a:pt x="11196" y="4391"/>
                    <a:pt x="11626" y="3398"/>
                  </a:cubicBezTo>
                  <a:cubicBezTo>
                    <a:pt x="12055" y="2417"/>
                    <a:pt x="12512" y="1397"/>
                    <a:pt x="12512" y="256"/>
                  </a:cubicBezTo>
                  <a:cubicBezTo>
                    <a:pt x="12512" y="122"/>
                    <a:pt x="12390" y="1"/>
                    <a:pt x="12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59"/>
            <p:cNvSpPr/>
            <p:nvPr/>
          </p:nvSpPr>
          <p:spPr>
            <a:xfrm>
              <a:off x="7776075" y="1540300"/>
              <a:ext cx="70500" cy="54025"/>
            </a:xfrm>
            <a:custGeom>
              <a:avLst/>
              <a:gdLst/>
              <a:ahLst/>
              <a:cxnLst/>
              <a:rect l="l" t="t" r="r" b="b"/>
              <a:pathLst>
                <a:path w="2820" h="2161" extrusionOk="0">
                  <a:moveTo>
                    <a:pt x="1772" y="523"/>
                  </a:moveTo>
                  <a:cubicBezTo>
                    <a:pt x="1880" y="899"/>
                    <a:pt x="2014" y="1275"/>
                    <a:pt x="2162" y="1624"/>
                  </a:cubicBezTo>
                  <a:cubicBezTo>
                    <a:pt x="1477" y="1557"/>
                    <a:pt x="900" y="1128"/>
                    <a:pt x="632" y="523"/>
                  </a:cubicBezTo>
                  <a:close/>
                  <a:moveTo>
                    <a:pt x="269" y="0"/>
                  </a:moveTo>
                  <a:cubicBezTo>
                    <a:pt x="188" y="0"/>
                    <a:pt x="108" y="40"/>
                    <a:pt x="68" y="93"/>
                  </a:cubicBezTo>
                  <a:cubicBezTo>
                    <a:pt x="14" y="161"/>
                    <a:pt x="0" y="242"/>
                    <a:pt x="14" y="322"/>
                  </a:cubicBezTo>
                  <a:cubicBezTo>
                    <a:pt x="283" y="1396"/>
                    <a:pt x="1249" y="2161"/>
                    <a:pt x="2363" y="2161"/>
                  </a:cubicBezTo>
                  <a:lnTo>
                    <a:pt x="2551" y="2161"/>
                  </a:lnTo>
                  <a:cubicBezTo>
                    <a:pt x="2645" y="2161"/>
                    <a:pt x="2726" y="2107"/>
                    <a:pt x="2766" y="2040"/>
                  </a:cubicBezTo>
                  <a:cubicBezTo>
                    <a:pt x="2819" y="1960"/>
                    <a:pt x="2819" y="1879"/>
                    <a:pt x="2792" y="1799"/>
                  </a:cubicBezTo>
                  <a:cubicBezTo>
                    <a:pt x="2578" y="1289"/>
                    <a:pt x="2350" y="752"/>
                    <a:pt x="2229" y="201"/>
                  </a:cubicBezTo>
                  <a:cubicBezTo>
                    <a:pt x="2202" y="81"/>
                    <a:pt x="2094" y="0"/>
                    <a:pt x="19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59"/>
            <p:cNvSpPr/>
            <p:nvPr/>
          </p:nvSpPr>
          <p:spPr>
            <a:xfrm>
              <a:off x="7971075" y="1575875"/>
              <a:ext cx="41625" cy="94975"/>
            </a:xfrm>
            <a:custGeom>
              <a:avLst/>
              <a:gdLst/>
              <a:ahLst/>
              <a:cxnLst/>
              <a:rect l="l" t="t" r="r" b="b"/>
              <a:pathLst>
                <a:path w="1665" h="3799" extrusionOk="0">
                  <a:moveTo>
                    <a:pt x="1365" y="0"/>
                  </a:moveTo>
                  <a:cubicBezTo>
                    <a:pt x="1264" y="0"/>
                    <a:pt x="1167" y="63"/>
                    <a:pt x="1128" y="161"/>
                  </a:cubicBezTo>
                  <a:cubicBezTo>
                    <a:pt x="1047" y="349"/>
                    <a:pt x="967" y="550"/>
                    <a:pt x="886" y="738"/>
                  </a:cubicBezTo>
                  <a:cubicBezTo>
                    <a:pt x="496" y="1611"/>
                    <a:pt x="94" y="2524"/>
                    <a:pt x="13" y="3517"/>
                  </a:cubicBezTo>
                  <a:cubicBezTo>
                    <a:pt x="0" y="3651"/>
                    <a:pt x="107" y="3785"/>
                    <a:pt x="255" y="3785"/>
                  </a:cubicBezTo>
                  <a:cubicBezTo>
                    <a:pt x="255" y="3798"/>
                    <a:pt x="269" y="3798"/>
                    <a:pt x="269" y="3798"/>
                  </a:cubicBezTo>
                  <a:cubicBezTo>
                    <a:pt x="403" y="3798"/>
                    <a:pt x="523" y="3691"/>
                    <a:pt x="523" y="3557"/>
                  </a:cubicBezTo>
                  <a:cubicBezTo>
                    <a:pt x="604" y="2658"/>
                    <a:pt x="967" y="1826"/>
                    <a:pt x="1355" y="940"/>
                  </a:cubicBezTo>
                  <a:cubicBezTo>
                    <a:pt x="1436" y="752"/>
                    <a:pt x="1530" y="550"/>
                    <a:pt x="1611" y="362"/>
                  </a:cubicBezTo>
                  <a:cubicBezTo>
                    <a:pt x="1665" y="228"/>
                    <a:pt x="1597" y="80"/>
                    <a:pt x="1477" y="27"/>
                  </a:cubicBezTo>
                  <a:cubicBezTo>
                    <a:pt x="1441" y="9"/>
                    <a:pt x="1403" y="0"/>
                    <a:pt x="13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59"/>
            <p:cNvSpPr/>
            <p:nvPr/>
          </p:nvSpPr>
          <p:spPr>
            <a:xfrm>
              <a:off x="7901925" y="1389600"/>
              <a:ext cx="21500" cy="111775"/>
            </a:xfrm>
            <a:custGeom>
              <a:avLst/>
              <a:gdLst/>
              <a:ahLst/>
              <a:cxnLst/>
              <a:rect l="l" t="t" r="r" b="b"/>
              <a:pathLst>
                <a:path w="860" h="4471" extrusionOk="0">
                  <a:moveTo>
                    <a:pt x="604" y="0"/>
                  </a:moveTo>
                  <a:cubicBezTo>
                    <a:pt x="457" y="0"/>
                    <a:pt x="350" y="108"/>
                    <a:pt x="350" y="256"/>
                  </a:cubicBezTo>
                  <a:cubicBezTo>
                    <a:pt x="350" y="524"/>
                    <a:pt x="282" y="645"/>
                    <a:pt x="202" y="793"/>
                  </a:cubicBezTo>
                  <a:cubicBezTo>
                    <a:pt x="108" y="981"/>
                    <a:pt x="1" y="1181"/>
                    <a:pt x="1" y="1571"/>
                  </a:cubicBezTo>
                  <a:cubicBezTo>
                    <a:pt x="1" y="1974"/>
                    <a:pt x="108" y="2175"/>
                    <a:pt x="202" y="2350"/>
                  </a:cubicBezTo>
                  <a:cubicBezTo>
                    <a:pt x="282" y="2511"/>
                    <a:pt x="350" y="2631"/>
                    <a:pt x="350" y="2900"/>
                  </a:cubicBezTo>
                  <a:cubicBezTo>
                    <a:pt x="350" y="3168"/>
                    <a:pt x="282" y="3290"/>
                    <a:pt x="202" y="3437"/>
                  </a:cubicBezTo>
                  <a:cubicBezTo>
                    <a:pt x="108" y="3625"/>
                    <a:pt x="1" y="3827"/>
                    <a:pt x="1" y="4215"/>
                  </a:cubicBezTo>
                  <a:cubicBezTo>
                    <a:pt x="1" y="4363"/>
                    <a:pt x="108" y="4471"/>
                    <a:pt x="255" y="4471"/>
                  </a:cubicBezTo>
                  <a:cubicBezTo>
                    <a:pt x="404" y="4471"/>
                    <a:pt x="511" y="4363"/>
                    <a:pt x="511" y="4215"/>
                  </a:cubicBezTo>
                  <a:cubicBezTo>
                    <a:pt x="511" y="3947"/>
                    <a:pt x="577" y="3827"/>
                    <a:pt x="658" y="3678"/>
                  </a:cubicBezTo>
                  <a:cubicBezTo>
                    <a:pt x="753" y="3490"/>
                    <a:pt x="860" y="3290"/>
                    <a:pt x="860" y="2900"/>
                  </a:cubicBezTo>
                  <a:cubicBezTo>
                    <a:pt x="860" y="2497"/>
                    <a:pt x="753" y="2296"/>
                    <a:pt x="658" y="2121"/>
                  </a:cubicBezTo>
                  <a:cubicBezTo>
                    <a:pt x="577" y="1960"/>
                    <a:pt x="511" y="1840"/>
                    <a:pt x="511" y="1571"/>
                  </a:cubicBezTo>
                  <a:cubicBezTo>
                    <a:pt x="511" y="1303"/>
                    <a:pt x="577" y="1181"/>
                    <a:pt x="658" y="1034"/>
                  </a:cubicBezTo>
                  <a:cubicBezTo>
                    <a:pt x="753" y="846"/>
                    <a:pt x="860" y="645"/>
                    <a:pt x="860" y="256"/>
                  </a:cubicBezTo>
                  <a:cubicBezTo>
                    <a:pt x="860" y="108"/>
                    <a:pt x="739" y="0"/>
                    <a:pt x="6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59"/>
            <p:cNvSpPr/>
            <p:nvPr/>
          </p:nvSpPr>
          <p:spPr>
            <a:xfrm>
              <a:off x="7953625" y="1389600"/>
              <a:ext cx="21500" cy="111775"/>
            </a:xfrm>
            <a:custGeom>
              <a:avLst/>
              <a:gdLst/>
              <a:ahLst/>
              <a:cxnLst/>
              <a:rect l="l" t="t" r="r" b="b"/>
              <a:pathLst>
                <a:path w="860" h="4471" extrusionOk="0">
                  <a:moveTo>
                    <a:pt x="604" y="0"/>
                  </a:moveTo>
                  <a:cubicBezTo>
                    <a:pt x="456" y="0"/>
                    <a:pt x="349" y="108"/>
                    <a:pt x="349" y="256"/>
                  </a:cubicBezTo>
                  <a:cubicBezTo>
                    <a:pt x="349" y="524"/>
                    <a:pt x="281" y="645"/>
                    <a:pt x="201" y="793"/>
                  </a:cubicBezTo>
                  <a:cubicBezTo>
                    <a:pt x="107" y="981"/>
                    <a:pt x="0" y="1181"/>
                    <a:pt x="0" y="1571"/>
                  </a:cubicBezTo>
                  <a:cubicBezTo>
                    <a:pt x="0" y="1974"/>
                    <a:pt x="107" y="2175"/>
                    <a:pt x="201" y="2350"/>
                  </a:cubicBezTo>
                  <a:cubicBezTo>
                    <a:pt x="281" y="2511"/>
                    <a:pt x="349" y="2631"/>
                    <a:pt x="349" y="2900"/>
                  </a:cubicBezTo>
                  <a:cubicBezTo>
                    <a:pt x="349" y="3168"/>
                    <a:pt x="281" y="3290"/>
                    <a:pt x="201" y="3437"/>
                  </a:cubicBezTo>
                  <a:cubicBezTo>
                    <a:pt x="107" y="3625"/>
                    <a:pt x="0" y="3827"/>
                    <a:pt x="0" y="4215"/>
                  </a:cubicBezTo>
                  <a:cubicBezTo>
                    <a:pt x="0" y="4363"/>
                    <a:pt x="120" y="4471"/>
                    <a:pt x="255" y="4471"/>
                  </a:cubicBezTo>
                  <a:cubicBezTo>
                    <a:pt x="403" y="4471"/>
                    <a:pt x="523" y="4363"/>
                    <a:pt x="523" y="4215"/>
                  </a:cubicBezTo>
                  <a:cubicBezTo>
                    <a:pt x="523" y="3947"/>
                    <a:pt x="577" y="3827"/>
                    <a:pt x="657" y="3678"/>
                  </a:cubicBezTo>
                  <a:cubicBezTo>
                    <a:pt x="752" y="3490"/>
                    <a:pt x="859" y="3290"/>
                    <a:pt x="859" y="2900"/>
                  </a:cubicBezTo>
                  <a:cubicBezTo>
                    <a:pt x="859" y="2497"/>
                    <a:pt x="752" y="2296"/>
                    <a:pt x="657" y="2121"/>
                  </a:cubicBezTo>
                  <a:cubicBezTo>
                    <a:pt x="577" y="1960"/>
                    <a:pt x="523" y="1840"/>
                    <a:pt x="523" y="1571"/>
                  </a:cubicBezTo>
                  <a:cubicBezTo>
                    <a:pt x="523" y="1303"/>
                    <a:pt x="577" y="1181"/>
                    <a:pt x="657" y="1034"/>
                  </a:cubicBezTo>
                  <a:cubicBezTo>
                    <a:pt x="752" y="846"/>
                    <a:pt x="859" y="645"/>
                    <a:pt x="859" y="256"/>
                  </a:cubicBezTo>
                  <a:cubicBezTo>
                    <a:pt x="859" y="108"/>
                    <a:pt x="752" y="0"/>
                    <a:pt x="6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6" name="Google Shape;626;p59"/>
          <p:cNvGrpSpPr/>
          <p:nvPr/>
        </p:nvGrpSpPr>
        <p:grpSpPr>
          <a:xfrm>
            <a:off x="6619635" y="750740"/>
            <a:ext cx="353068" cy="435295"/>
            <a:chOff x="7041125" y="1376525"/>
            <a:chExt cx="322525" cy="397675"/>
          </a:xfrm>
        </p:grpSpPr>
        <p:sp>
          <p:nvSpPr>
            <p:cNvPr id="627" name="Google Shape;627;p59"/>
            <p:cNvSpPr/>
            <p:nvPr/>
          </p:nvSpPr>
          <p:spPr>
            <a:xfrm>
              <a:off x="7204225" y="1376525"/>
              <a:ext cx="21500" cy="78875"/>
            </a:xfrm>
            <a:custGeom>
              <a:avLst/>
              <a:gdLst/>
              <a:ahLst/>
              <a:cxnLst/>
              <a:rect l="l" t="t" r="r" b="b"/>
              <a:pathLst>
                <a:path w="860" h="3155" extrusionOk="0">
                  <a:moveTo>
                    <a:pt x="256" y="0"/>
                  </a:moveTo>
                  <a:cubicBezTo>
                    <a:pt x="108" y="0"/>
                    <a:pt x="0" y="108"/>
                    <a:pt x="0" y="255"/>
                  </a:cubicBezTo>
                  <a:cubicBezTo>
                    <a:pt x="0" y="645"/>
                    <a:pt x="108" y="859"/>
                    <a:pt x="202" y="1033"/>
                  </a:cubicBezTo>
                  <a:cubicBezTo>
                    <a:pt x="283" y="1194"/>
                    <a:pt x="336" y="1316"/>
                    <a:pt x="336" y="1584"/>
                  </a:cubicBezTo>
                  <a:cubicBezTo>
                    <a:pt x="336" y="1839"/>
                    <a:pt x="283" y="1960"/>
                    <a:pt x="202" y="2121"/>
                  </a:cubicBezTo>
                  <a:cubicBezTo>
                    <a:pt x="108" y="2295"/>
                    <a:pt x="0" y="2510"/>
                    <a:pt x="0" y="2900"/>
                  </a:cubicBezTo>
                  <a:cubicBezTo>
                    <a:pt x="0" y="3047"/>
                    <a:pt x="108" y="3154"/>
                    <a:pt x="256" y="3154"/>
                  </a:cubicBezTo>
                  <a:cubicBezTo>
                    <a:pt x="390" y="3154"/>
                    <a:pt x="510" y="3047"/>
                    <a:pt x="510" y="2900"/>
                  </a:cubicBezTo>
                  <a:cubicBezTo>
                    <a:pt x="510" y="2631"/>
                    <a:pt x="578" y="2510"/>
                    <a:pt x="658" y="2363"/>
                  </a:cubicBezTo>
                  <a:cubicBezTo>
                    <a:pt x="752" y="2175"/>
                    <a:pt x="859" y="1973"/>
                    <a:pt x="859" y="1584"/>
                  </a:cubicBezTo>
                  <a:cubicBezTo>
                    <a:pt x="859" y="1181"/>
                    <a:pt x="752" y="980"/>
                    <a:pt x="658" y="792"/>
                  </a:cubicBezTo>
                  <a:cubicBezTo>
                    <a:pt x="578" y="645"/>
                    <a:pt x="510" y="523"/>
                    <a:pt x="510" y="255"/>
                  </a:cubicBezTo>
                  <a:cubicBezTo>
                    <a:pt x="510" y="108"/>
                    <a:pt x="390" y="0"/>
                    <a:pt x="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59"/>
            <p:cNvSpPr/>
            <p:nvPr/>
          </p:nvSpPr>
          <p:spPr>
            <a:xfrm>
              <a:off x="7255900" y="1376525"/>
              <a:ext cx="21500" cy="78875"/>
            </a:xfrm>
            <a:custGeom>
              <a:avLst/>
              <a:gdLst/>
              <a:ahLst/>
              <a:cxnLst/>
              <a:rect l="l" t="t" r="r" b="b"/>
              <a:pathLst>
                <a:path w="860" h="3155" extrusionOk="0">
                  <a:moveTo>
                    <a:pt x="256" y="0"/>
                  </a:moveTo>
                  <a:cubicBezTo>
                    <a:pt x="108" y="0"/>
                    <a:pt x="0" y="108"/>
                    <a:pt x="0" y="255"/>
                  </a:cubicBezTo>
                  <a:cubicBezTo>
                    <a:pt x="0" y="645"/>
                    <a:pt x="108" y="859"/>
                    <a:pt x="202" y="1033"/>
                  </a:cubicBezTo>
                  <a:cubicBezTo>
                    <a:pt x="283" y="1194"/>
                    <a:pt x="337" y="1316"/>
                    <a:pt x="337" y="1584"/>
                  </a:cubicBezTo>
                  <a:cubicBezTo>
                    <a:pt x="337" y="1839"/>
                    <a:pt x="283" y="1960"/>
                    <a:pt x="202" y="2121"/>
                  </a:cubicBezTo>
                  <a:cubicBezTo>
                    <a:pt x="108" y="2295"/>
                    <a:pt x="0" y="2510"/>
                    <a:pt x="0" y="2900"/>
                  </a:cubicBezTo>
                  <a:cubicBezTo>
                    <a:pt x="0" y="3047"/>
                    <a:pt x="108" y="3154"/>
                    <a:pt x="256" y="3154"/>
                  </a:cubicBezTo>
                  <a:cubicBezTo>
                    <a:pt x="403" y="3154"/>
                    <a:pt x="511" y="3047"/>
                    <a:pt x="511" y="2900"/>
                  </a:cubicBezTo>
                  <a:cubicBezTo>
                    <a:pt x="511" y="2631"/>
                    <a:pt x="578" y="2510"/>
                    <a:pt x="659" y="2363"/>
                  </a:cubicBezTo>
                  <a:cubicBezTo>
                    <a:pt x="752" y="2175"/>
                    <a:pt x="860" y="1973"/>
                    <a:pt x="860" y="1584"/>
                  </a:cubicBezTo>
                  <a:cubicBezTo>
                    <a:pt x="860" y="1181"/>
                    <a:pt x="752" y="980"/>
                    <a:pt x="659" y="792"/>
                  </a:cubicBezTo>
                  <a:cubicBezTo>
                    <a:pt x="578" y="645"/>
                    <a:pt x="511" y="523"/>
                    <a:pt x="511" y="255"/>
                  </a:cubicBezTo>
                  <a:cubicBezTo>
                    <a:pt x="511" y="108"/>
                    <a:pt x="403" y="0"/>
                    <a:pt x="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59"/>
            <p:cNvSpPr/>
            <p:nvPr/>
          </p:nvSpPr>
          <p:spPr>
            <a:xfrm>
              <a:off x="7041125" y="1468475"/>
              <a:ext cx="322525" cy="305725"/>
            </a:xfrm>
            <a:custGeom>
              <a:avLst/>
              <a:gdLst/>
              <a:ahLst/>
              <a:cxnLst/>
              <a:rect l="l" t="t" r="r" b="b"/>
              <a:pathLst>
                <a:path w="12901" h="12229" extrusionOk="0">
                  <a:moveTo>
                    <a:pt x="12350" y="510"/>
                  </a:moveTo>
                  <a:lnTo>
                    <a:pt x="11518" y="10054"/>
                  </a:lnTo>
                  <a:cubicBezTo>
                    <a:pt x="11437" y="10967"/>
                    <a:pt x="10619" y="11706"/>
                    <a:pt x="9706" y="11706"/>
                  </a:cubicBezTo>
                  <a:lnTo>
                    <a:pt x="6256" y="11706"/>
                  </a:lnTo>
                  <a:cubicBezTo>
                    <a:pt x="5343" y="11706"/>
                    <a:pt x="4537" y="10967"/>
                    <a:pt x="4457" y="10054"/>
                  </a:cubicBezTo>
                  <a:cubicBezTo>
                    <a:pt x="4444" y="9920"/>
                    <a:pt x="4337" y="9827"/>
                    <a:pt x="4202" y="9827"/>
                  </a:cubicBezTo>
                  <a:lnTo>
                    <a:pt x="3329" y="9827"/>
                  </a:lnTo>
                  <a:cubicBezTo>
                    <a:pt x="2565" y="9827"/>
                    <a:pt x="1840" y="9397"/>
                    <a:pt x="1316" y="8631"/>
                  </a:cubicBezTo>
                  <a:cubicBezTo>
                    <a:pt x="793" y="7880"/>
                    <a:pt x="510" y="6900"/>
                    <a:pt x="510" y="5853"/>
                  </a:cubicBezTo>
                  <a:cubicBezTo>
                    <a:pt x="510" y="4819"/>
                    <a:pt x="793" y="3840"/>
                    <a:pt x="1316" y="3088"/>
                  </a:cubicBezTo>
                  <a:cubicBezTo>
                    <a:pt x="1840" y="2322"/>
                    <a:pt x="2565" y="1893"/>
                    <a:pt x="3329" y="1893"/>
                  </a:cubicBezTo>
                  <a:lnTo>
                    <a:pt x="3451" y="1893"/>
                  </a:lnTo>
                  <a:cubicBezTo>
                    <a:pt x="3517" y="1893"/>
                    <a:pt x="3598" y="1866"/>
                    <a:pt x="3639" y="1812"/>
                  </a:cubicBezTo>
                  <a:cubicBezTo>
                    <a:pt x="3692" y="1758"/>
                    <a:pt x="3719" y="1678"/>
                    <a:pt x="3705" y="1611"/>
                  </a:cubicBezTo>
                  <a:lnTo>
                    <a:pt x="3612" y="510"/>
                  </a:lnTo>
                  <a:close/>
                  <a:moveTo>
                    <a:pt x="3276" y="0"/>
                  </a:moveTo>
                  <a:cubicBezTo>
                    <a:pt x="3263" y="0"/>
                    <a:pt x="3263" y="13"/>
                    <a:pt x="3249" y="13"/>
                  </a:cubicBezTo>
                  <a:lnTo>
                    <a:pt x="3222" y="13"/>
                  </a:lnTo>
                  <a:lnTo>
                    <a:pt x="3222" y="27"/>
                  </a:lnTo>
                  <a:lnTo>
                    <a:pt x="3209" y="27"/>
                  </a:lnTo>
                  <a:cubicBezTo>
                    <a:pt x="3195" y="27"/>
                    <a:pt x="3195" y="27"/>
                    <a:pt x="3195" y="40"/>
                  </a:cubicBezTo>
                  <a:lnTo>
                    <a:pt x="3182" y="40"/>
                  </a:lnTo>
                  <a:cubicBezTo>
                    <a:pt x="3182" y="40"/>
                    <a:pt x="3182" y="54"/>
                    <a:pt x="3168" y="54"/>
                  </a:cubicBezTo>
                  <a:lnTo>
                    <a:pt x="3155" y="54"/>
                  </a:lnTo>
                  <a:lnTo>
                    <a:pt x="3155" y="67"/>
                  </a:lnTo>
                  <a:lnTo>
                    <a:pt x="3141" y="81"/>
                  </a:lnTo>
                  <a:lnTo>
                    <a:pt x="3128" y="94"/>
                  </a:lnTo>
                  <a:lnTo>
                    <a:pt x="3114" y="108"/>
                  </a:lnTo>
                  <a:lnTo>
                    <a:pt x="3114" y="121"/>
                  </a:lnTo>
                  <a:cubicBezTo>
                    <a:pt x="3114" y="121"/>
                    <a:pt x="3102" y="121"/>
                    <a:pt x="3102" y="135"/>
                  </a:cubicBezTo>
                  <a:lnTo>
                    <a:pt x="3102" y="147"/>
                  </a:lnTo>
                  <a:lnTo>
                    <a:pt x="3088" y="147"/>
                  </a:lnTo>
                  <a:lnTo>
                    <a:pt x="3088" y="161"/>
                  </a:lnTo>
                  <a:lnTo>
                    <a:pt x="3088" y="174"/>
                  </a:lnTo>
                  <a:lnTo>
                    <a:pt x="3075" y="188"/>
                  </a:lnTo>
                  <a:lnTo>
                    <a:pt x="3075" y="201"/>
                  </a:lnTo>
                  <a:lnTo>
                    <a:pt x="3075" y="215"/>
                  </a:lnTo>
                  <a:lnTo>
                    <a:pt x="3075" y="228"/>
                  </a:lnTo>
                  <a:lnTo>
                    <a:pt x="3075" y="242"/>
                  </a:lnTo>
                  <a:lnTo>
                    <a:pt x="3075" y="255"/>
                  </a:lnTo>
                  <a:lnTo>
                    <a:pt x="3075" y="269"/>
                  </a:lnTo>
                  <a:lnTo>
                    <a:pt x="3075" y="282"/>
                  </a:lnTo>
                  <a:lnTo>
                    <a:pt x="3168" y="1382"/>
                  </a:lnTo>
                  <a:cubicBezTo>
                    <a:pt x="2282" y="1436"/>
                    <a:pt x="1477" y="1933"/>
                    <a:pt x="886" y="2792"/>
                  </a:cubicBezTo>
                  <a:cubicBezTo>
                    <a:pt x="309" y="3625"/>
                    <a:pt x="0" y="4712"/>
                    <a:pt x="0" y="5853"/>
                  </a:cubicBezTo>
                  <a:cubicBezTo>
                    <a:pt x="0" y="7008"/>
                    <a:pt x="309" y="8094"/>
                    <a:pt x="886" y="8914"/>
                  </a:cubicBezTo>
                  <a:cubicBezTo>
                    <a:pt x="1518" y="9839"/>
                    <a:pt x="2390" y="10337"/>
                    <a:pt x="3329" y="10337"/>
                  </a:cubicBezTo>
                  <a:lnTo>
                    <a:pt x="3974" y="10337"/>
                  </a:lnTo>
                  <a:cubicBezTo>
                    <a:pt x="4188" y="11397"/>
                    <a:pt x="5169" y="12229"/>
                    <a:pt x="6256" y="12229"/>
                  </a:cubicBezTo>
                  <a:lnTo>
                    <a:pt x="9706" y="12229"/>
                  </a:lnTo>
                  <a:cubicBezTo>
                    <a:pt x="10887" y="12229"/>
                    <a:pt x="11921" y="11276"/>
                    <a:pt x="12028" y="10108"/>
                  </a:cubicBezTo>
                  <a:lnTo>
                    <a:pt x="12901" y="282"/>
                  </a:lnTo>
                  <a:lnTo>
                    <a:pt x="12901" y="269"/>
                  </a:lnTo>
                  <a:lnTo>
                    <a:pt x="12901" y="255"/>
                  </a:lnTo>
                  <a:lnTo>
                    <a:pt x="12901" y="242"/>
                  </a:lnTo>
                  <a:lnTo>
                    <a:pt x="12901" y="228"/>
                  </a:lnTo>
                  <a:lnTo>
                    <a:pt x="12901" y="215"/>
                  </a:lnTo>
                  <a:cubicBezTo>
                    <a:pt x="12887" y="215"/>
                    <a:pt x="12887" y="201"/>
                    <a:pt x="12887" y="201"/>
                  </a:cubicBezTo>
                  <a:lnTo>
                    <a:pt x="12887" y="188"/>
                  </a:lnTo>
                  <a:lnTo>
                    <a:pt x="12887" y="174"/>
                  </a:lnTo>
                  <a:lnTo>
                    <a:pt x="12887" y="161"/>
                  </a:lnTo>
                  <a:cubicBezTo>
                    <a:pt x="12874" y="161"/>
                    <a:pt x="12874" y="161"/>
                    <a:pt x="12874" y="147"/>
                  </a:cubicBezTo>
                  <a:cubicBezTo>
                    <a:pt x="12874" y="135"/>
                    <a:pt x="12860" y="135"/>
                    <a:pt x="12860" y="135"/>
                  </a:cubicBezTo>
                  <a:lnTo>
                    <a:pt x="12860" y="121"/>
                  </a:lnTo>
                  <a:lnTo>
                    <a:pt x="12847" y="108"/>
                  </a:lnTo>
                  <a:lnTo>
                    <a:pt x="12847" y="94"/>
                  </a:lnTo>
                  <a:cubicBezTo>
                    <a:pt x="12833" y="94"/>
                    <a:pt x="12833" y="94"/>
                    <a:pt x="12833" y="81"/>
                  </a:cubicBezTo>
                  <a:lnTo>
                    <a:pt x="12820" y="81"/>
                  </a:lnTo>
                  <a:lnTo>
                    <a:pt x="12820" y="67"/>
                  </a:lnTo>
                  <a:cubicBezTo>
                    <a:pt x="12806" y="67"/>
                    <a:pt x="12806" y="67"/>
                    <a:pt x="12806" y="54"/>
                  </a:cubicBezTo>
                  <a:lnTo>
                    <a:pt x="12794" y="54"/>
                  </a:lnTo>
                  <a:lnTo>
                    <a:pt x="12794" y="40"/>
                  </a:lnTo>
                  <a:lnTo>
                    <a:pt x="12767" y="40"/>
                  </a:lnTo>
                  <a:lnTo>
                    <a:pt x="12767" y="27"/>
                  </a:lnTo>
                  <a:lnTo>
                    <a:pt x="12753" y="27"/>
                  </a:lnTo>
                  <a:cubicBezTo>
                    <a:pt x="12740" y="27"/>
                    <a:pt x="12740" y="13"/>
                    <a:pt x="12740" y="13"/>
                  </a:cubicBezTo>
                  <a:lnTo>
                    <a:pt x="12713" y="13"/>
                  </a:lnTo>
                  <a:lnTo>
                    <a:pt x="126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59"/>
            <p:cNvSpPr/>
            <p:nvPr/>
          </p:nvSpPr>
          <p:spPr>
            <a:xfrm>
              <a:off x="7066975" y="1528875"/>
              <a:ext cx="83250" cy="172175"/>
            </a:xfrm>
            <a:custGeom>
              <a:avLst/>
              <a:gdLst/>
              <a:ahLst/>
              <a:cxnLst/>
              <a:rect l="l" t="t" r="r" b="b"/>
              <a:pathLst>
                <a:path w="3330" h="6887" extrusionOk="0">
                  <a:moveTo>
                    <a:pt x="2268" y="511"/>
                  </a:moveTo>
                  <a:lnTo>
                    <a:pt x="2792" y="6376"/>
                  </a:lnTo>
                  <a:lnTo>
                    <a:pt x="2295" y="6376"/>
                  </a:lnTo>
                  <a:cubicBezTo>
                    <a:pt x="1880" y="6376"/>
                    <a:pt x="1463" y="6108"/>
                    <a:pt x="1128" y="5625"/>
                  </a:cubicBezTo>
                  <a:cubicBezTo>
                    <a:pt x="738" y="5048"/>
                    <a:pt x="523" y="4282"/>
                    <a:pt x="523" y="3437"/>
                  </a:cubicBezTo>
                  <a:cubicBezTo>
                    <a:pt x="523" y="2605"/>
                    <a:pt x="738" y="1839"/>
                    <a:pt x="1128" y="1262"/>
                  </a:cubicBezTo>
                  <a:cubicBezTo>
                    <a:pt x="1450" y="792"/>
                    <a:pt x="1866" y="524"/>
                    <a:pt x="2268" y="511"/>
                  </a:cubicBezTo>
                  <a:close/>
                  <a:moveTo>
                    <a:pt x="2295" y="1"/>
                  </a:moveTo>
                  <a:cubicBezTo>
                    <a:pt x="1705" y="1"/>
                    <a:pt x="1141" y="336"/>
                    <a:pt x="698" y="967"/>
                  </a:cubicBezTo>
                  <a:cubicBezTo>
                    <a:pt x="255" y="1624"/>
                    <a:pt x="0" y="2510"/>
                    <a:pt x="0" y="3437"/>
                  </a:cubicBezTo>
                  <a:cubicBezTo>
                    <a:pt x="0" y="4377"/>
                    <a:pt x="255" y="5263"/>
                    <a:pt x="698" y="5920"/>
                  </a:cubicBezTo>
                  <a:cubicBezTo>
                    <a:pt x="1141" y="6551"/>
                    <a:pt x="1705" y="6886"/>
                    <a:pt x="2295" y="6886"/>
                  </a:cubicBezTo>
                  <a:lnTo>
                    <a:pt x="3074" y="6886"/>
                  </a:lnTo>
                  <a:cubicBezTo>
                    <a:pt x="3142" y="6886"/>
                    <a:pt x="3208" y="6860"/>
                    <a:pt x="3262" y="6806"/>
                  </a:cubicBezTo>
                  <a:cubicBezTo>
                    <a:pt x="3315" y="6752"/>
                    <a:pt x="3329" y="6686"/>
                    <a:pt x="3329" y="6605"/>
                  </a:cubicBezTo>
                  <a:lnTo>
                    <a:pt x="2766" y="228"/>
                  </a:lnTo>
                  <a:cubicBezTo>
                    <a:pt x="2752" y="94"/>
                    <a:pt x="2644" y="1"/>
                    <a:pt x="25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59"/>
            <p:cNvSpPr/>
            <p:nvPr/>
          </p:nvSpPr>
          <p:spPr>
            <a:xfrm>
              <a:off x="7151200" y="1554700"/>
              <a:ext cx="178900" cy="193675"/>
            </a:xfrm>
            <a:custGeom>
              <a:avLst/>
              <a:gdLst/>
              <a:ahLst/>
              <a:cxnLst/>
              <a:rect l="l" t="t" r="r" b="b"/>
              <a:pathLst>
                <a:path w="7156" h="7747" extrusionOk="0">
                  <a:moveTo>
                    <a:pt x="269" y="1"/>
                  </a:moveTo>
                  <a:cubicBezTo>
                    <a:pt x="202" y="1"/>
                    <a:pt x="122" y="28"/>
                    <a:pt x="81" y="81"/>
                  </a:cubicBezTo>
                  <a:cubicBezTo>
                    <a:pt x="27" y="135"/>
                    <a:pt x="0" y="203"/>
                    <a:pt x="14" y="283"/>
                  </a:cubicBezTo>
                  <a:lnTo>
                    <a:pt x="564" y="6565"/>
                  </a:lnTo>
                  <a:cubicBezTo>
                    <a:pt x="618" y="7210"/>
                    <a:pt x="1208" y="7747"/>
                    <a:pt x="1853" y="7747"/>
                  </a:cubicBezTo>
                  <a:lnTo>
                    <a:pt x="5303" y="7747"/>
                  </a:lnTo>
                  <a:cubicBezTo>
                    <a:pt x="5947" y="7747"/>
                    <a:pt x="6538" y="7210"/>
                    <a:pt x="6592" y="6565"/>
                  </a:cubicBezTo>
                  <a:lnTo>
                    <a:pt x="6833" y="3934"/>
                  </a:lnTo>
                  <a:cubicBezTo>
                    <a:pt x="6846" y="3800"/>
                    <a:pt x="6739" y="3666"/>
                    <a:pt x="6592" y="3652"/>
                  </a:cubicBezTo>
                  <a:cubicBezTo>
                    <a:pt x="6584" y="3651"/>
                    <a:pt x="6577" y="3651"/>
                    <a:pt x="6570" y="3651"/>
                  </a:cubicBezTo>
                  <a:cubicBezTo>
                    <a:pt x="6443" y="3651"/>
                    <a:pt x="6323" y="3754"/>
                    <a:pt x="6309" y="3894"/>
                  </a:cubicBezTo>
                  <a:lnTo>
                    <a:pt x="6082" y="6525"/>
                  </a:lnTo>
                  <a:cubicBezTo>
                    <a:pt x="6041" y="6888"/>
                    <a:pt x="5679" y="7223"/>
                    <a:pt x="5303" y="7223"/>
                  </a:cubicBezTo>
                  <a:lnTo>
                    <a:pt x="1853" y="7223"/>
                  </a:lnTo>
                  <a:cubicBezTo>
                    <a:pt x="1491" y="7223"/>
                    <a:pt x="1115" y="6888"/>
                    <a:pt x="1088" y="6525"/>
                  </a:cubicBezTo>
                  <a:lnTo>
                    <a:pt x="551" y="538"/>
                  </a:lnTo>
                  <a:lnTo>
                    <a:pt x="551" y="538"/>
                  </a:lnTo>
                  <a:cubicBezTo>
                    <a:pt x="739" y="552"/>
                    <a:pt x="859" y="605"/>
                    <a:pt x="994" y="672"/>
                  </a:cubicBezTo>
                  <a:cubicBezTo>
                    <a:pt x="1208" y="752"/>
                    <a:pt x="1464" y="860"/>
                    <a:pt x="1920" y="860"/>
                  </a:cubicBezTo>
                  <a:cubicBezTo>
                    <a:pt x="2390" y="860"/>
                    <a:pt x="2631" y="752"/>
                    <a:pt x="2846" y="672"/>
                  </a:cubicBezTo>
                  <a:cubicBezTo>
                    <a:pt x="3048" y="578"/>
                    <a:pt x="3222" y="511"/>
                    <a:pt x="3585" y="511"/>
                  </a:cubicBezTo>
                  <a:cubicBezTo>
                    <a:pt x="3947" y="511"/>
                    <a:pt x="4108" y="578"/>
                    <a:pt x="4310" y="672"/>
                  </a:cubicBezTo>
                  <a:cubicBezTo>
                    <a:pt x="4525" y="752"/>
                    <a:pt x="4766" y="860"/>
                    <a:pt x="5235" y="860"/>
                  </a:cubicBezTo>
                  <a:cubicBezTo>
                    <a:pt x="5706" y="860"/>
                    <a:pt x="5947" y="752"/>
                    <a:pt x="6162" y="672"/>
                  </a:cubicBezTo>
                  <a:cubicBezTo>
                    <a:pt x="6296" y="605"/>
                    <a:pt x="6431" y="552"/>
                    <a:pt x="6605" y="538"/>
                  </a:cubicBezTo>
                  <a:lnTo>
                    <a:pt x="6605" y="538"/>
                  </a:lnTo>
                  <a:lnTo>
                    <a:pt x="6404" y="2860"/>
                  </a:lnTo>
                  <a:cubicBezTo>
                    <a:pt x="6390" y="3008"/>
                    <a:pt x="6497" y="3129"/>
                    <a:pt x="6632" y="3142"/>
                  </a:cubicBezTo>
                  <a:cubicBezTo>
                    <a:pt x="6640" y="3143"/>
                    <a:pt x="6649" y="3143"/>
                    <a:pt x="6657" y="3143"/>
                  </a:cubicBezTo>
                  <a:cubicBezTo>
                    <a:pt x="6793" y="3143"/>
                    <a:pt x="6901" y="3040"/>
                    <a:pt x="6914" y="2900"/>
                  </a:cubicBezTo>
                  <a:lnTo>
                    <a:pt x="7156" y="283"/>
                  </a:lnTo>
                  <a:cubicBezTo>
                    <a:pt x="7156" y="203"/>
                    <a:pt x="7129" y="135"/>
                    <a:pt x="7088" y="81"/>
                  </a:cubicBezTo>
                  <a:cubicBezTo>
                    <a:pt x="7034" y="28"/>
                    <a:pt x="6968" y="1"/>
                    <a:pt x="6887" y="1"/>
                  </a:cubicBezTo>
                  <a:cubicBezTo>
                    <a:pt x="6431" y="1"/>
                    <a:pt x="6189" y="95"/>
                    <a:pt x="5960" y="189"/>
                  </a:cubicBezTo>
                  <a:cubicBezTo>
                    <a:pt x="5772" y="269"/>
                    <a:pt x="5598" y="337"/>
                    <a:pt x="5235" y="337"/>
                  </a:cubicBezTo>
                  <a:cubicBezTo>
                    <a:pt x="4874" y="337"/>
                    <a:pt x="4699" y="269"/>
                    <a:pt x="4511" y="189"/>
                  </a:cubicBezTo>
                  <a:cubicBezTo>
                    <a:pt x="4296" y="95"/>
                    <a:pt x="4041" y="1"/>
                    <a:pt x="3585" y="1"/>
                  </a:cubicBezTo>
                  <a:cubicBezTo>
                    <a:pt x="3115" y="1"/>
                    <a:pt x="2873" y="95"/>
                    <a:pt x="2658" y="189"/>
                  </a:cubicBezTo>
                  <a:cubicBezTo>
                    <a:pt x="2457" y="269"/>
                    <a:pt x="2282" y="337"/>
                    <a:pt x="1920" y="337"/>
                  </a:cubicBezTo>
                  <a:cubicBezTo>
                    <a:pt x="1557" y="337"/>
                    <a:pt x="1396" y="269"/>
                    <a:pt x="1195" y="189"/>
                  </a:cubicBezTo>
                  <a:cubicBezTo>
                    <a:pt x="981" y="95"/>
                    <a:pt x="739" y="1"/>
                    <a:pt x="2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181EB77-9DC0-DA78-5AEC-385A05A79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0" y="105383"/>
            <a:ext cx="4638967" cy="50381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0"/>
          <p:cNvSpPr txBox="1">
            <a:spLocks noGrp="1"/>
          </p:cNvSpPr>
          <p:nvPr>
            <p:ph type="title"/>
          </p:nvPr>
        </p:nvSpPr>
        <p:spPr>
          <a:xfrm>
            <a:off x="720000" y="3472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CONTENTS </a:t>
            </a:r>
            <a:endParaRPr dirty="0"/>
          </a:p>
        </p:txBody>
      </p:sp>
      <p:sp>
        <p:nvSpPr>
          <p:cNvPr id="637" name="Google Shape;637;p60"/>
          <p:cNvSpPr txBox="1">
            <a:spLocks noGrp="1"/>
          </p:cNvSpPr>
          <p:nvPr>
            <p:ph type="body" idx="1"/>
          </p:nvPr>
        </p:nvSpPr>
        <p:spPr>
          <a:xfrm>
            <a:off x="720000" y="884975"/>
            <a:ext cx="7704000" cy="37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rgbClr val="272727"/>
              </a:buClr>
              <a:buSzPts val="1100"/>
              <a:buNone/>
            </a:pPr>
            <a:r>
              <a:rPr lang="en-US" sz="1400" dirty="0"/>
              <a:t>• Problem Definition</a:t>
            </a:r>
          </a:p>
          <a:p>
            <a:pPr marL="0" lvl="0" indent="0">
              <a:buClr>
                <a:srgbClr val="272727"/>
              </a:buClr>
              <a:buSzPts val="1100"/>
              <a:buNone/>
            </a:pPr>
            <a:r>
              <a:rPr lang="en-US" sz="1400" dirty="0"/>
              <a:t>• Proposed Solution </a:t>
            </a:r>
          </a:p>
          <a:p>
            <a:pPr marL="0" lvl="0" indent="0">
              <a:buClr>
                <a:srgbClr val="272727"/>
              </a:buClr>
              <a:buSzPts val="1100"/>
              <a:buNone/>
            </a:pPr>
            <a:r>
              <a:rPr lang="en-US" sz="1400" dirty="0"/>
              <a:t> • Objectives of the Solution</a:t>
            </a:r>
          </a:p>
          <a:p>
            <a:pPr marL="0" lvl="0" indent="0">
              <a:buClr>
                <a:srgbClr val="272727"/>
              </a:buClr>
              <a:buSzPts val="1100"/>
              <a:buNone/>
            </a:pPr>
            <a:r>
              <a:rPr lang="en-US" sz="1400" dirty="0"/>
              <a:t>• Features &amp; Functionalities</a:t>
            </a:r>
          </a:p>
          <a:p>
            <a:pPr marL="0" lvl="0" indent="0">
              <a:buClr>
                <a:srgbClr val="272727"/>
              </a:buClr>
              <a:buSzPts val="1100"/>
              <a:buNone/>
            </a:pPr>
            <a:r>
              <a:rPr lang="en-US" sz="1400" dirty="0"/>
              <a:t>• Development Technologies</a:t>
            </a:r>
          </a:p>
          <a:p>
            <a:pPr marL="0" lvl="0" indent="0">
              <a:buClr>
                <a:srgbClr val="272727"/>
              </a:buClr>
              <a:buSzPts val="1100"/>
              <a:buNone/>
            </a:pPr>
            <a:r>
              <a:rPr lang="en-US" sz="1400" dirty="0"/>
              <a:t>• System Architecture</a:t>
            </a:r>
          </a:p>
          <a:p>
            <a:pPr marL="0" lvl="0" indent="0">
              <a:buClr>
                <a:srgbClr val="272727"/>
              </a:buClr>
              <a:buSzPts val="1100"/>
              <a:buNone/>
            </a:pPr>
            <a:r>
              <a:rPr lang="en-US" sz="1400" dirty="0"/>
              <a:t>• Users and Roles</a:t>
            </a:r>
          </a:p>
          <a:p>
            <a:pPr marL="0" lvl="0" indent="0">
              <a:buClr>
                <a:srgbClr val="272727"/>
              </a:buClr>
              <a:buSzPts val="1100"/>
              <a:buNone/>
            </a:pPr>
            <a:r>
              <a:rPr lang="en-US" sz="1400" dirty="0"/>
              <a:t>• Use Case Diagrams</a:t>
            </a:r>
          </a:p>
          <a:p>
            <a:pPr marL="0" lvl="0" indent="0">
              <a:buClr>
                <a:srgbClr val="272727"/>
              </a:buClr>
              <a:buSzPts val="1100"/>
              <a:buNone/>
            </a:pPr>
            <a:r>
              <a:rPr lang="en-US" sz="1400" dirty="0"/>
              <a:t>•Screenshots &amp; Demo</a:t>
            </a:r>
          </a:p>
          <a:p>
            <a:pPr marL="0" lvl="0" indent="0">
              <a:buClr>
                <a:srgbClr val="272727"/>
              </a:buClr>
              <a:buSzPts val="1100"/>
              <a:buNone/>
            </a:pPr>
            <a:r>
              <a:rPr lang="en-US" sz="1400" dirty="0"/>
              <a:t>• Future Scope and Extensions</a:t>
            </a:r>
          </a:p>
          <a:p>
            <a:pPr marL="0" lvl="0" indent="0">
              <a:buClr>
                <a:srgbClr val="272727"/>
              </a:buClr>
              <a:buSzPts val="1100"/>
              <a:buNone/>
            </a:pPr>
            <a:r>
              <a:rPr lang="en-US" sz="1400" dirty="0"/>
              <a:t>• Conclusion</a:t>
            </a:r>
            <a:endParaRPr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34C28-3C3C-C8BD-6D73-8EC91219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922EB-4E4A-8082-7DE9-11C4CC5BD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075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40C03-C3EE-B80C-7DC7-7E9D402EF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BB0E2-1E2B-871C-647E-DF10F9B6A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098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A0996-D42B-F155-FBC5-DF4689B6C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0E028-F1BC-55F5-05D3-F6E217125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079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15D6F-F43C-49CD-47E5-19E819246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209A7-6908-704A-6499-5F8C50815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362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69948-B1E3-1C44-1E43-1EB185793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03887-7E86-BB8E-9352-3B500A6B4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045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40341-27BD-5AC5-6987-860DC739F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364D5-33CD-941D-A0C2-7400AE31A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632CA-B534-5750-915B-86980925C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261C9-E827-99AF-CA12-65D828D41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081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8704C-9BE5-2657-C0BA-FE0FF094F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0C16A-2F02-FFB1-C58D-D260B5E19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055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1240E-6FF6-BB12-DE14-CB9B71558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BC0DA-643E-E07A-4C71-2DF5BF712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629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FA89F-3FAD-B772-D131-F11748442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5FA03-FC32-45E9-4837-7AAC73068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532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DAA72-19C1-3DF8-11FD-55BF5AC6B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2614A-EEF1-0625-E5DB-3A6280A727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207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F6205-B4F5-8B64-27D3-B21A44819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7A9539-1FFA-2DF2-830C-626B91978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748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A899E-2B64-B0BC-9819-7EE19D9AD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1822F-4104-FF2D-C3B9-BCDA4CAE3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16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0E7CF-8479-BE21-E45B-AE1415680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F1F3B-CCA3-E437-DA55-410661BF5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312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8CCC5-D365-DA5D-CC36-A597C553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24600-22F4-DD2E-A643-D1660381C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548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A290F-C089-2E56-DF56-B98121408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552F73-3DD4-BEEF-3ABA-2664C736F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443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AD28E-B5EB-3F4A-1E90-CEC56BB58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57AEC-0676-BFEE-B018-10CFAB93C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0106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C0CCA-4CF3-BC2D-6157-2A40B2715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2AAF7-B399-A568-DBFB-B2188DCBA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417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81FF2-418A-9EEB-2735-E396FB637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B5C44-9465-EFBD-1117-8F513E13E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8812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6E587-05CB-3A34-872A-5001A6644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520F4-5C9D-1D6C-4422-EF0BF3BC4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786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28EC9-D64B-40D1-9016-E367BACB4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F040B1-21B3-110C-1C25-EBE829020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596431"/>
      </p:ext>
    </p:extLst>
  </p:cSld>
  <p:clrMapOvr>
    <a:masterClrMapping/>
  </p:clrMapOvr>
</p:sld>
</file>

<file path=ppt/theme/theme1.xml><?xml version="1.0" encoding="utf-8"?>
<a:theme xmlns:a="http://schemas.openxmlformats.org/drawingml/2006/main" name="Popic Café Company Profile XL by Slidesgo">
  <a:themeElements>
    <a:clrScheme name="Simple Light">
      <a:dk1>
        <a:srgbClr val="823E43"/>
      </a:dk1>
      <a:lt1>
        <a:srgbClr val="F9F0E8"/>
      </a:lt1>
      <a:dk2>
        <a:srgbClr val="2F1425"/>
      </a:dk2>
      <a:lt2>
        <a:srgbClr val="823E43"/>
      </a:lt2>
      <a:accent1>
        <a:srgbClr val="F9F0E8"/>
      </a:accent1>
      <a:accent2>
        <a:srgbClr val="2F1425"/>
      </a:accent2>
      <a:accent3>
        <a:srgbClr val="823E43"/>
      </a:accent3>
      <a:accent4>
        <a:srgbClr val="F9F0E8"/>
      </a:accent4>
      <a:accent5>
        <a:srgbClr val="2F1425"/>
      </a:accent5>
      <a:accent6>
        <a:srgbClr val="823E43"/>
      </a:accent6>
      <a:hlink>
        <a:srgbClr val="2F142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</Words>
  <Application>Microsoft Office PowerPoint</Application>
  <PresentationFormat>On-screen Show (16:9)</PresentationFormat>
  <Paragraphs>17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Red Hat Text</vt:lpstr>
      <vt:lpstr>Arial</vt:lpstr>
      <vt:lpstr>Lexend Exa</vt:lpstr>
      <vt:lpstr>Roboto Condensed Light</vt:lpstr>
      <vt:lpstr>Popic Café Company Profile XL by Slidesgo</vt:lpstr>
      <vt:lpstr>Meal Stack  Canteen Management System</vt:lpstr>
      <vt:lpstr>CONTENTS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Vaibhav Pophale</dc:creator>
  <cp:lastModifiedBy>Vaibhav Pophale</cp:lastModifiedBy>
  <cp:revision>1</cp:revision>
  <dcterms:modified xsi:type="dcterms:W3CDTF">2026-02-02T15:12:57Z</dcterms:modified>
</cp:coreProperties>
</file>